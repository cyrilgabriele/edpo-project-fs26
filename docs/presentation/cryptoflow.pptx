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12_CB4A54C7.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6"/>
  </p:sldMasterIdLst>
  <p:notesMasterIdLst>
    <p:notesMasterId r:id="rId74"/>
  </p:notesMasterIdLst>
  <p:handoutMasterIdLst>
    <p:handoutMasterId r:id="rId75"/>
  </p:handoutMasterIdLst>
  <p:sldIdLst>
    <p:sldId id="256" r:id="rId57"/>
    <p:sldId id="257" r:id="rId58"/>
    <p:sldId id="258" r:id="rId59"/>
    <p:sldId id="274" r:id="rId60"/>
    <p:sldId id="259" r:id="rId61"/>
    <p:sldId id="262" r:id="rId62"/>
    <p:sldId id="263" r:id="rId63"/>
    <p:sldId id="264" r:id="rId64"/>
    <p:sldId id="265" r:id="rId65"/>
    <p:sldId id="266" r:id="rId66"/>
    <p:sldId id="267" r:id="rId67"/>
    <p:sldId id="269" r:id="rId68"/>
    <p:sldId id="270" r:id="rId69"/>
    <p:sldId id="275" r:id="rId70"/>
    <p:sldId id="271" r:id="rId71"/>
    <p:sldId id="272" r:id="rId72"/>
    <p:sldId id="273" r:id="rId73"/>
  </p:sldIdLst>
  <p:sldSz cx="9144000" cy="5143500" type="screen16x9"/>
  <p:notesSz cx="6858000" cy="9144000"/>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3"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FCA692-9728-8082-ECD9-498F78147902}" name="Gabriele, Cyril" initials="" userId="S::cyril.gabriele@student.unisg.ch::1be75a10-e39f-4032-8195-d4e5b0ea0b62" providerId="AD"/>
  <p188:author id="{E1A0EFA6-9B30-97EA-CBE8-AD9642A5FEDF}" name="Theodosiadis, Ioannis" initials="IT" userId="S::ioannis.theodosiadis@student.unisg.ch::3e5ab6a3-7003-4a3e-bd62-affcd0d9d0e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02E"/>
    <a:srgbClr val="1A9F66"/>
    <a:srgbClr val="E31C3D"/>
    <a:srgbClr val="F46A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1B8B2A-525C-7145-9CD3-3609D62FC3F2}" v="17" dt="2026-04-15T18:34:55.883"/>
  </p1510:revLst>
</p1510:revInfo>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23" autoAdjust="0"/>
    <p:restoredTop sz="63839"/>
  </p:normalViewPr>
  <p:slideViewPr>
    <p:cSldViewPr snapToGrid="0" showGuides="1">
      <p:cViewPr varScale="1">
        <p:scale>
          <a:sx n="113" d="100"/>
          <a:sy n="113" d="100"/>
        </p:scale>
        <p:origin x="2136" y="176"/>
      </p:cViewPr>
      <p:guideLst>
        <p:guide orient="horz" pos="1643"/>
        <p:guide pos="2880"/>
      </p:guideLst>
    </p:cSldViewPr>
  </p:slideViewPr>
  <p:notesTextViewPr>
    <p:cViewPr>
      <p:scale>
        <a:sx n="3" d="2"/>
        <a:sy n="3" d="2"/>
      </p:scale>
      <p:origin x="0" y="0"/>
    </p:cViewPr>
  </p:notesTextViewPr>
  <p:notesViewPr>
    <p:cSldViewPr snapToGrid="0" showGuides="1">
      <p:cViewPr varScale="1">
        <p:scale>
          <a:sx n="84" d="100"/>
          <a:sy n="84" d="100"/>
        </p:scale>
        <p:origin x="2736"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slide" Target="slides/slide7.xml"/><Relationship Id="rId68" Type="http://schemas.openxmlformats.org/officeDocument/2006/relationships/slide" Target="slides/slide12.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customXml" Target="../customXml/item53.xml"/><Relationship Id="rId58" Type="http://schemas.openxmlformats.org/officeDocument/2006/relationships/slide" Target="slides/slide2.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customXml" Target="../customXml/item5.xml"/><Relationship Id="rId61" Type="http://schemas.openxmlformats.org/officeDocument/2006/relationships/slide" Target="slides/slide5.xml"/><Relationship Id="rId82" Type="http://schemas.microsoft.com/office/2018/10/relationships/authors" Target="authors.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customXml" Target="../customXml/item35.xml"/><Relationship Id="rId43" Type="http://schemas.openxmlformats.org/officeDocument/2006/relationships/customXml" Target="../customXml/item43.xml"/><Relationship Id="rId48" Type="http://schemas.openxmlformats.org/officeDocument/2006/relationships/customXml" Target="../customXml/item48.xml"/><Relationship Id="rId56" Type="http://schemas.openxmlformats.org/officeDocument/2006/relationships/slideMaster" Target="slideMasters/slideMaster1.xml"/><Relationship Id="rId64" Type="http://schemas.openxmlformats.org/officeDocument/2006/relationships/slide" Target="slides/slide8.xml"/><Relationship Id="rId69" Type="http://schemas.openxmlformats.org/officeDocument/2006/relationships/slide" Target="slides/slide13.xml"/><Relationship Id="rId77" Type="http://schemas.openxmlformats.org/officeDocument/2006/relationships/viewProps" Target="viewProps.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slide" Target="slides/slide16.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customXml" Target="../customXml/item46.xml"/><Relationship Id="rId59" Type="http://schemas.openxmlformats.org/officeDocument/2006/relationships/slide" Target="slides/slide3.xml"/><Relationship Id="rId67" Type="http://schemas.openxmlformats.org/officeDocument/2006/relationships/slide" Target="slides/slide11.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customXml" Target="../customXml/item54.xml"/><Relationship Id="rId62" Type="http://schemas.openxmlformats.org/officeDocument/2006/relationships/slide" Target="slides/slide6.xml"/><Relationship Id="rId70" Type="http://schemas.openxmlformats.org/officeDocument/2006/relationships/slide" Target="slides/slide14.xml"/><Relationship Id="rId75"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customXml" Target="../customXml/item49.xml"/><Relationship Id="rId57" Type="http://schemas.openxmlformats.org/officeDocument/2006/relationships/slide" Target="slides/slide1.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customXml" Target="../customXml/item44.xml"/><Relationship Id="rId52" Type="http://schemas.openxmlformats.org/officeDocument/2006/relationships/customXml" Target="../customXml/item52.xml"/><Relationship Id="rId60" Type="http://schemas.openxmlformats.org/officeDocument/2006/relationships/slide" Target="slides/slide4.xml"/><Relationship Id="rId65" Type="http://schemas.openxmlformats.org/officeDocument/2006/relationships/slide" Target="slides/slide9.xml"/><Relationship Id="rId73" Type="http://schemas.openxmlformats.org/officeDocument/2006/relationships/slide" Target="slides/slide17.xml"/><Relationship Id="rId78" Type="http://schemas.openxmlformats.org/officeDocument/2006/relationships/theme" Target="theme/theme1.xml"/><Relationship Id="rId81"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presProps" Target="presProps.xml"/><Relationship Id="rId7" Type="http://schemas.openxmlformats.org/officeDocument/2006/relationships/customXml" Target="../customXml/item7.xml"/><Relationship Id="rId71" Type="http://schemas.openxmlformats.org/officeDocument/2006/relationships/slide" Target="slides/slide15.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eodosiadis, Ioannis" userId="S::ioannis.theodosiadis@student.unisg.ch::3e5ab6a3-7003-4a3e-bd62-affcd0d9d0ec" providerId="AD" clId="Web-{E5D7D1B7-876E-1386-33E6-EA420D72BC46}"/>
    <pc:docChg chg="sldOrd">
      <pc:chgData name="Theodosiadis, Ioannis" userId="S::ioannis.theodosiadis@student.unisg.ch::3e5ab6a3-7003-4a3e-bd62-affcd0d9d0ec" providerId="AD" clId="Web-{E5D7D1B7-876E-1386-33E6-EA420D72BC46}" dt="2026-04-12T15:24:01.910" v="0"/>
      <pc:docMkLst>
        <pc:docMk/>
      </pc:docMkLst>
      <pc:sldChg chg="ord">
        <pc:chgData name="Theodosiadis, Ioannis" userId="S::ioannis.theodosiadis@student.unisg.ch::3e5ab6a3-7003-4a3e-bd62-affcd0d9d0ec" providerId="AD" clId="Web-{E5D7D1B7-876E-1386-33E6-EA420D72BC46}" dt="2026-04-12T15:24:01.910" v="0"/>
        <pc:sldMkLst>
          <pc:docMk/>
          <pc:sldMk cId="3410646215" sldId="274"/>
        </pc:sldMkLst>
      </pc:sldChg>
    </pc:docChg>
  </pc:docChgLst>
  <pc:docChgLst>
    <pc:chgData name="Theodosiadis, Ioannis" userId="3e5ab6a3-7003-4a3e-bd62-affcd0d9d0ec" providerId="ADAL" clId="{F8523F4A-7F4C-54C0-BF9D-D2B47B4F963C}"/>
    <pc:docChg chg="undo custSel modSld">
      <pc:chgData name="Theodosiadis, Ioannis" userId="3e5ab6a3-7003-4a3e-bd62-affcd0d9d0ec" providerId="ADAL" clId="{F8523F4A-7F4C-54C0-BF9D-D2B47B4F963C}" dt="2026-04-15T18:37:00.154" v="219" actId="404"/>
      <pc:docMkLst>
        <pc:docMk/>
      </pc:docMkLst>
      <pc:sldChg chg="addSp modSp mod">
        <pc:chgData name="Theodosiadis, Ioannis" userId="3e5ab6a3-7003-4a3e-bd62-affcd0d9d0ec" providerId="ADAL" clId="{F8523F4A-7F4C-54C0-BF9D-D2B47B4F963C}" dt="2026-04-15T18:33:42.215" v="199" actId="2085"/>
        <pc:sldMkLst>
          <pc:docMk/>
          <pc:sldMk cId="0" sldId="257"/>
        </pc:sldMkLst>
        <pc:spChg chg="add mod">
          <ac:chgData name="Theodosiadis, Ioannis" userId="3e5ab6a3-7003-4a3e-bd62-affcd0d9d0ec" providerId="ADAL" clId="{F8523F4A-7F4C-54C0-BF9D-D2B47B4F963C}" dt="2026-04-15T18:33:42.215" v="199" actId="2085"/>
          <ac:spMkLst>
            <pc:docMk/>
            <pc:sldMk cId="0" sldId="257"/>
            <ac:spMk id="4" creationId="{61D9E05C-EFDA-C38E-1060-691E99E439D1}"/>
          </ac:spMkLst>
        </pc:spChg>
      </pc:sldChg>
      <pc:sldChg chg="addSp modSp">
        <pc:chgData name="Theodosiadis, Ioannis" userId="3e5ab6a3-7003-4a3e-bd62-affcd0d9d0ec" providerId="ADAL" clId="{F8523F4A-7F4C-54C0-BF9D-D2B47B4F963C}" dt="2026-04-15T18:34:25.121" v="216"/>
        <pc:sldMkLst>
          <pc:docMk/>
          <pc:sldMk cId="0" sldId="258"/>
        </pc:sldMkLst>
        <pc:spChg chg="add mod">
          <ac:chgData name="Theodosiadis, Ioannis" userId="3e5ab6a3-7003-4a3e-bd62-affcd0d9d0ec" providerId="ADAL" clId="{F8523F4A-7F4C-54C0-BF9D-D2B47B4F963C}" dt="2026-04-15T18:33:50.786" v="200"/>
          <ac:spMkLst>
            <pc:docMk/>
            <pc:sldMk cId="0" sldId="258"/>
            <ac:spMk id="5" creationId="{86516D82-9D37-78AB-9479-BFD317259EFF}"/>
          </ac:spMkLst>
        </pc:spChg>
        <pc:spChg chg="add mod">
          <ac:chgData name="Theodosiadis, Ioannis" userId="3e5ab6a3-7003-4a3e-bd62-affcd0d9d0ec" providerId="ADAL" clId="{F8523F4A-7F4C-54C0-BF9D-D2B47B4F963C}" dt="2026-04-15T18:34:25.121" v="216"/>
          <ac:spMkLst>
            <pc:docMk/>
            <pc:sldMk cId="0" sldId="258"/>
            <ac:spMk id="7" creationId="{F0C146E2-3C8A-85DD-101D-6665FB99E2A5}"/>
          </ac:spMkLst>
        </pc:spChg>
      </pc:sldChg>
      <pc:sldChg chg="addSp modSp">
        <pc:chgData name="Theodosiadis, Ioannis" userId="3e5ab6a3-7003-4a3e-bd62-affcd0d9d0ec" providerId="ADAL" clId="{F8523F4A-7F4C-54C0-BF9D-D2B47B4F963C}" dt="2026-04-15T18:34:22.739" v="214"/>
        <pc:sldMkLst>
          <pc:docMk/>
          <pc:sldMk cId="0" sldId="259"/>
        </pc:sldMkLst>
        <pc:spChg chg="add mod">
          <ac:chgData name="Theodosiadis, Ioannis" userId="3e5ab6a3-7003-4a3e-bd62-affcd0d9d0ec" providerId="ADAL" clId="{F8523F4A-7F4C-54C0-BF9D-D2B47B4F963C}" dt="2026-04-15T18:34:22.739" v="214"/>
          <ac:spMkLst>
            <pc:docMk/>
            <pc:sldMk cId="0" sldId="259"/>
            <ac:spMk id="5" creationId="{1135BB86-BD57-C330-94E7-2FB3FBCF34A7}"/>
          </ac:spMkLst>
        </pc:spChg>
      </pc:sldChg>
      <pc:sldChg chg="addSp modSp mod">
        <pc:chgData name="Theodosiadis, Ioannis" userId="3e5ab6a3-7003-4a3e-bd62-affcd0d9d0ec" providerId="ADAL" clId="{F8523F4A-7F4C-54C0-BF9D-D2B47B4F963C}" dt="2026-04-15T18:37:00.154" v="219" actId="404"/>
        <pc:sldMkLst>
          <pc:docMk/>
          <pc:sldMk cId="0" sldId="262"/>
        </pc:sldMkLst>
        <pc:spChg chg="mod">
          <ac:chgData name="Theodosiadis, Ioannis" userId="3e5ab6a3-7003-4a3e-bd62-affcd0d9d0ec" providerId="ADAL" clId="{F8523F4A-7F4C-54C0-BF9D-D2B47B4F963C}" dt="2026-04-15T18:37:00.154" v="219" actId="404"/>
          <ac:spMkLst>
            <pc:docMk/>
            <pc:sldMk cId="0" sldId="262"/>
            <ac:spMk id="3" creationId="{00000000-0000-0000-0000-000000000000}"/>
          </ac:spMkLst>
        </pc:spChg>
        <pc:spChg chg="add mod">
          <ac:chgData name="Theodosiadis, Ioannis" userId="3e5ab6a3-7003-4a3e-bd62-affcd0d9d0ec" providerId="ADAL" clId="{F8523F4A-7F4C-54C0-BF9D-D2B47B4F963C}" dt="2026-04-15T18:34:21.333" v="213"/>
          <ac:spMkLst>
            <pc:docMk/>
            <pc:sldMk cId="0" sldId="262"/>
            <ac:spMk id="5" creationId="{A99E5A74-B06E-BBF2-82BC-B1028D8ABD96}"/>
          </ac:spMkLst>
        </pc:spChg>
      </pc:sldChg>
      <pc:sldChg chg="addSp modSp">
        <pc:chgData name="Theodosiadis, Ioannis" userId="3e5ab6a3-7003-4a3e-bd62-affcd0d9d0ec" providerId="ADAL" clId="{F8523F4A-7F4C-54C0-BF9D-D2B47B4F963C}" dt="2026-04-15T18:34:19.785" v="212"/>
        <pc:sldMkLst>
          <pc:docMk/>
          <pc:sldMk cId="0" sldId="263"/>
        </pc:sldMkLst>
        <pc:spChg chg="add mod">
          <ac:chgData name="Theodosiadis, Ioannis" userId="3e5ab6a3-7003-4a3e-bd62-affcd0d9d0ec" providerId="ADAL" clId="{F8523F4A-7F4C-54C0-BF9D-D2B47B4F963C}" dt="2026-04-15T18:34:19.785" v="212"/>
          <ac:spMkLst>
            <pc:docMk/>
            <pc:sldMk cId="0" sldId="263"/>
            <ac:spMk id="5" creationId="{D7811D09-FB76-8323-71C7-33E032576060}"/>
          </ac:spMkLst>
        </pc:spChg>
      </pc:sldChg>
      <pc:sldChg chg="addSp modSp">
        <pc:chgData name="Theodosiadis, Ioannis" userId="3e5ab6a3-7003-4a3e-bd62-affcd0d9d0ec" providerId="ADAL" clId="{F8523F4A-7F4C-54C0-BF9D-D2B47B4F963C}" dt="2026-04-15T18:34:13.240" v="211"/>
        <pc:sldMkLst>
          <pc:docMk/>
          <pc:sldMk cId="0" sldId="264"/>
        </pc:sldMkLst>
        <pc:spChg chg="add mod">
          <ac:chgData name="Theodosiadis, Ioannis" userId="3e5ab6a3-7003-4a3e-bd62-affcd0d9d0ec" providerId="ADAL" clId="{F8523F4A-7F4C-54C0-BF9D-D2B47B4F963C}" dt="2026-04-15T18:34:13.240" v="211"/>
          <ac:spMkLst>
            <pc:docMk/>
            <pc:sldMk cId="0" sldId="264"/>
            <ac:spMk id="3" creationId="{BFA9E884-AC95-7984-2CEA-26ADDDD8BA5D}"/>
          </ac:spMkLst>
        </pc:spChg>
      </pc:sldChg>
      <pc:sldChg chg="addSp modSp">
        <pc:chgData name="Theodosiadis, Ioannis" userId="3e5ab6a3-7003-4a3e-bd62-affcd0d9d0ec" providerId="ADAL" clId="{F8523F4A-7F4C-54C0-BF9D-D2B47B4F963C}" dt="2026-04-15T18:34:12.300" v="210"/>
        <pc:sldMkLst>
          <pc:docMk/>
          <pc:sldMk cId="0" sldId="265"/>
        </pc:sldMkLst>
        <pc:spChg chg="add mod">
          <ac:chgData name="Theodosiadis, Ioannis" userId="3e5ab6a3-7003-4a3e-bd62-affcd0d9d0ec" providerId="ADAL" clId="{F8523F4A-7F4C-54C0-BF9D-D2B47B4F963C}" dt="2026-04-15T18:34:12.300" v="210"/>
          <ac:spMkLst>
            <pc:docMk/>
            <pc:sldMk cId="0" sldId="265"/>
            <ac:spMk id="5" creationId="{735374E2-F5BF-9E8D-5673-7D4F7970FCAE}"/>
          </ac:spMkLst>
        </pc:spChg>
      </pc:sldChg>
      <pc:sldChg chg="addSp modSp">
        <pc:chgData name="Theodosiadis, Ioannis" userId="3e5ab6a3-7003-4a3e-bd62-affcd0d9d0ec" providerId="ADAL" clId="{F8523F4A-7F4C-54C0-BF9D-D2B47B4F963C}" dt="2026-04-15T18:34:11.597" v="209"/>
        <pc:sldMkLst>
          <pc:docMk/>
          <pc:sldMk cId="0" sldId="266"/>
        </pc:sldMkLst>
        <pc:spChg chg="add mod">
          <ac:chgData name="Theodosiadis, Ioannis" userId="3e5ab6a3-7003-4a3e-bd62-affcd0d9d0ec" providerId="ADAL" clId="{F8523F4A-7F4C-54C0-BF9D-D2B47B4F963C}" dt="2026-04-15T18:34:11.597" v="209"/>
          <ac:spMkLst>
            <pc:docMk/>
            <pc:sldMk cId="0" sldId="266"/>
            <ac:spMk id="5" creationId="{E38A3897-1D26-FE5E-A233-BCD4D720EBA4}"/>
          </ac:spMkLst>
        </pc:spChg>
      </pc:sldChg>
      <pc:sldChg chg="addSp modSp">
        <pc:chgData name="Theodosiadis, Ioannis" userId="3e5ab6a3-7003-4a3e-bd62-affcd0d9d0ec" providerId="ADAL" clId="{F8523F4A-7F4C-54C0-BF9D-D2B47B4F963C}" dt="2026-04-15T18:34:10.966" v="208"/>
        <pc:sldMkLst>
          <pc:docMk/>
          <pc:sldMk cId="0" sldId="267"/>
        </pc:sldMkLst>
        <pc:spChg chg="add mod">
          <ac:chgData name="Theodosiadis, Ioannis" userId="3e5ab6a3-7003-4a3e-bd62-affcd0d9d0ec" providerId="ADAL" clId="{F8523F4A-7F4C-54C0-BF9D-D2B47B4F963C}" dt="2026-04-15T18:34:10.966" v="208"/>
          <ac:spMkLst>
            <pc:docMk/>
            <pc:sldMk cId="0" sldId="267"/>
            <ac:spMk id="3" creationId="{0C8697EE-FD77-D792-4B92-B6B34B5BBB82}"/>
          </ac:spMkLst>
        </pc:spChg>
      </pc:sldChg>
      <pc:sldChg chg="addSp modSp">
        <pc:chgData name="Theodosiadis, Ioannis" userId="3e5ab6a3-7003-4a3e-bd62-affcd0d9d0ec" providerId="ADAL" clId="{F8523F4A-7F4C-54C0-BF9D-D2B47B4F963C}" dt="2026-04-15T18:34:09.167" v="207"/>
        <pc:sldMkLst>
          <pc:docMk/>
          <pc:sldMk cId="0" sldId="269"/>
        </pc:sldMkLst>
        <pc:spChg chg="add mod">
          <ac:chgData name="Theodosiadis, Ioannis" userId="3e5ab6a3-7003-4a3e-bd62-affcd0d9d0ec" providerId="ADAL" clId="{F8523F4A-7F4C-54C0-BF9D-D2B47B4F963C}" dt="2026-04-15T18:34:09.167" v="207"/>
          <ac:spMkLst>
            <pc:docMk/>
            <pc:sldMk cId="0" sldId="269"/>
            <ac:spMk id="5" creationId="{0F913F75-48DE-A207-2463-50421F55CEF3}"/>
          </ac:spMkLst>
        </pc:spChg>
      </pc:sldChg>
      <pc:sldChg chg="addSp modSp">
        <pc:chgData name="Theodosiadis, Ioannis" userId="3e5ab6a3-7003-4a3e-bd62-affcd0d9d0ec" providerId="ADAL" clId="{F8523F4A-7F4C-54C0-BF9D-D2B47B4F963C}" dt="2026-04-15T18:34:07.212" v="206"/>
        <pc:sldMkLst>
          <pc:docMk/>
          <pc:sldMk cId="0" sldId="270"/>
        </pc:sldMkLst>
        <pc:spChg chg="add mod">
          <ac:chgData name="Theodosiadis, Ioannis" userId="3e5ab6a3-7003-4a3e-bd62-affcd0d9d0ec" providerId="ADAL" clId="{F8523F4A-7F4C-54C0-BF9D-D2B47B4F963C}" dt="2026-04-15T18:34:07.212" v="206"/>
          <ac:spMkLst>
            <pc:docMk/>
            <pc:sldMk cId="0" sldId="270"/>
            <ac:spMk id="5" creationId="{50DFA382-58E9-25A7-5169-A90D78FFF4BE}"/>
          </ac:spMkLst>
        </pc:spChg>
      </pc:sldChg>
      <pc:sldChg chg="addSp delSp modSp mod modCm">
        <pc:chgData name="Theodosiadis, Ioannis" userId="3e5ab6a3-7003-4a3e-bd62-affcd0d9d0ec" providerId="ADAL" clId="{F8523F4A-7F4C-54C0-BF9D-D2B47B4F963C}" dt="2026-04-15T18:34:24.235" v="215"/>
        <pc:sldMkLst>
          <pc:docMk/>
          <pc:sldMk cId="3410646215" sldId="274"/>
        </pc:sldMkLst>
        <pc:spChg chg="mod">
          <ac:chgData name="Theodosiadis, Ioannis" userId="3e5ab6a3-7003-4a3e-bd62-affcd0d9d0ec" providerId="ADAL" clId="{F8523F4A-7F4C-54C0-BF9D-D2B47B4F963C}" dt="2026-04-13T15:44:01.986" v="164" actId="20577"/>
          <ac:spMkLst>
            <pc:docMk/>
            <pc:sldMk cId="3410646215" sldId="274"/>
            <ac:spMk id="2" creationId="{00000000-0000-0000-0000-000000000000}"/>
          </ac:spMkLst>
        </pc:spChg>
        <pc:spChg chg="add mod">
          <ac:chgData name="Theodosiadis, Ioannis" userId="3e5ab6a3-7003-4a3e-bd62-affcd0d9d0ec" providerId="ADAL" clId="{F8523F4A-7F4C-54C0-BF9D-D2B47B4F963C}" dt="2026-04-15T18:34:24.235" v="215"/>
          <ac:spMkLst>
            <pc:docMk/>
            <pc:sldMk cId="3410646215" sldId="274"/>
            <ac:spMk id="3" creationId="{5D9DF689-BC35-62B4-3820-8B811AF4715E}"/>
          </ac:spMkLst>
        </pc:spChg>
        <pc:spChg chg="mod">
          <ac:chgData name="Theodosiadis, Ioannis" userId="3e5ab6a3-7003-4a3e-bd62-affcd0d9d0ec" providerId="ADAL" clId="{F8523F4A-7F4C-54C0-BF9D-D2B47B4F963C}" dt="2026-04-13T15:57:01.624" v="194" actId="113"/>
          <ac:spMkLst>
            <pc:docMk/>
            <pc:sldMk cId="3410646215" sldId="274"/>
            <ac:spMk id="7" creationId="{FFEC9FEF-08AE-EFBD-0A20-22A2B916E1D0}"/>
          </ac:spMkLst>
        </pc:spChg>
        <pc:extLst>
          <p:ext xmlns:p="http://schemas.openxmlformats.org/presentationml/2006/main" uri="{D6D511B9-2390-475A-947B-AFAB55BFBCF1}">
            <pc226:cmChg xmlns:pc226="http://schemas.microsoft.com/office/powerpoint/2022/06/main/command" chg="mod">
              <pc226:chgData name="Theodosiadis, Ioannis" userId="3e5ab6a3-7003-4a3e-bd62-affcd0d9d0ec" providerId="ADAL" clId="{F8523F4A-7F4C-54C0-BF9D-D2B47B4F963C}" dt="2026-04-13T15:54:19.721" v="185" actId="20577"/>
              <pc2:cmMkLst xmlns:pc2="http://schemas.microsoft.com/office/powerpoint/2019/9/main/command">
                <pc:docMk/>
                <pc:sldMk cId="3410646215" sldId="274"/>
                <pc2:cmMk id="{A347C1F4-CFBB-4943-9283-33B4056E088F}"/>
              </pc2:cmMkLst>
            </pc226:cmChg>
          </p:ext>
        </pc:extLst>
      </pc:sldChg>
      <pc:sldChg chg="addSp delSp modSp mod">
        <pc:chgData name="Theodosiadis, Ioannis" userId="3e5ab6a3-7003-4a3e-bd62-affcd0d9d0ec" providerId="ADAL" clId="{F8523F4A-7F4C-54C0-BF9D-D2B47B4F963C}" dt="2026-04-15T18:34:55.883" v="218"/>
        <pc:sldMkLst>
          <pc:docMk/>
          <pc:sldMk cId="2996261185" sldId="275"/>
        </pc:sldMkLst>
        <pc:spChg chg="add mod">
          <ac:chgData name="Theodosiadis, Ioannis" userId="3e5ab6a3-7003-4a3e-bd62-affcd0d9d0ec" providerId="ADAL" clId="{F8523F4A-7F4C-54C0-BF9D-D2B47B4F963C}" dt="2026-04-15T18:34:03.107" v="205" actId="1035"/>
          <ac:spMkLst>
            <pc:docMk/>
            <pc:sldMk cId="2996261185" sldId="275"/>
            <ac:spMk id="3" creationId="{BE8C2E73-443B-1ADF-A385-CFD84D950D01}"/>
          </ac:spMkLst>
        </pc:spChg>
        <pc:spChg chg="del">
          <ac:chgData name="Theodosiadis, Ioannis" userId="3e5ab6a3-7003-4a3e-bd62-affcd0d9d0ec" providerId="ADAL" clId="{F8523F4A-7F4C-54C0-BF9D-D2B47B4F963C}" dt="2026-04-15T18:34:55.194" v="217" actId="478"/>
          <ac:spMkLst>
            <pc:docMk/>
            <pc:sldMk cId="2996261185" sldId="275"/>
            <ac:spMk id="4" creationId="{F29099E5-CEB2-12DF-32D9-6AEF073823DA}"/>
          </ac:spMkLst>
        </pc:spChg>
        <pc:spChg chg="add mod">
          <ac:chgData name="Theodosiadis, Ioannis" userId="3e5ab6a3-7003-4a3e-bd62-affcd0d9d0ec" providerId="ADAL" clId="{F8523F4A-7F4C-54C0-BF9D-D2B47B4F963C}" dt="2026-04-15T18:34:00.133" v="203"/>
          <ac:spMkLst>
            <pc:docMk/>
            <pc:sldMk cId="2996261185" sldId="275"/>
            <ac:spMk id="5" creationId="{3978DAB5-DB6F-2B74-CBA9-7882FB4446AE}"/>
          </ac:spMkLst>
        </pc:spChg>
        <pc:spChg chg="add mod">
          <ac:chgData name="Theodosiadis, Ioannis" userId="3e5ab6a3-7003-4a3e-bd62-affcd0d9d0ec" providerId="ADAL" clId="{F8523F4A-7F4C-54C0-BF9D-D2B47B4F963C}" dt="2026-04-15T18:34:55.883" v="218"/>
          <ac:spMkLst>
            <pc:docMk/>
            <pc:sldMk cId="2996261185" sldId="275"/>
            <ac:spMk id="6" creationId="{A62C041B-3188-72C0-1B1B-672F7EE7F362}"/>
          </ac:spMkLst>
        </pc:spChg>
      </pc:sldChg>
    </pc:docChg>
  </pc:docChgLst>
  <pc:docChgLst>
    <pc:chgData name="Gabriele, Cyril" userId="1be75a10-e39f-4032-8195-d4e5b0ea0b62" providerId="ADAL" clId="{B0A1087C-1C87-F64B-8F02-62FA3A69F4E0}"/>
    <pc:docChg chg="undo custSel addSld delSld modSld">
      <pc:chgData name="Gabriele, Cyril" userId="1be75a10-e39f-4032-8195-d4e5b0ea0b62" providerId="ADAL" clId="{B0A1087C-1C87-F64B-8F02-62FA3A69F4E0}" dt="2026-04-13T11:03:56.613" v="1313"/>
      <pc:docMkLst>
        <pc:docMk/>
      </pc:docMkLst>
      <pc:sldChg chg="modSp mod">
        <pc:chgData name="Gabriele, Cyril" userId="1be75a10-e39f-4032-8195-d4e5b0ea0b62" providerId="ADAL" clId="{B0A1087C-1C87-F64B-8F02-62FA3A69F4E0}" dt="2026-04-12T15:50:43.032" v="420" actId="207"/>
        <pc:sldMkLst>
          <pc:docMk/>
          <pc:sldMk cId="0" sldId="256"/>
        </pc:sldMkLst>
        <pc:spChg chg="mod">
          <ac:chgData name="Gabriele, Cyril" userId="1be75a10-e39f-4032-8195-d4e5b0ea0b62" providerId="ADAL" clId="{B0A1087C-1C87-F64B-8F02-62FA3A69F4E0}" dt="2026-04-12T15:50:43.032" v="420" actId="207"/>
          <ac:spMkLst>
            <pc:docMk/>
            <pc:sldMk cId="0" sldId="256"/>
            <ac:spMk id="3" creationId="{00000000-0000-0000-0000-000000000000}"/>
          </ac:spMkLst>
        </pc:spChg>
      </pc:sldChg>
      <pc:sldChg chg="addSp delSp modSp mod">
        <pc:chgData name="Gabriele, Cyril" userId="1be75a10-e39f-4032-8195-d4e5b0ea0b62" providerId="ADAL" clId="{B0A1087C-1C87-F64B-8F02-62FA3A69F4E0}" dt="2026-04-12T16:21:28.192" v="790" actId="113"/>
        <pc:sldMkLst>
          <pc:docMk/>
          <pc:sldMk cId="0" sldId="257"/>
        </pc:sldMkLst>
        <pc:spChg chg="mod">
          <ac:chgData name="Gabriele, Cyril" userId="1be75a10-e39f-4032-8195-d4e5b0ea0b62" providerId="ADAL" clId="{B0A1087C-1C87-F64B-8F02-62FA3A69F4E0}" dt="2026-04-12T16:21:28.192" v="790" actId="113"/>
          <ac:spMkLst>
            <pc:docMk/>
            <pc:sldMk cId="0" sldId="257"/>
            <ac:spMk id="2" creationId="{00000000-0000-0000-0000-000000000000}"/>
          </ac:spMkLst>
        </pc:spChg>
        <pc:spChg chg="mod">
          <ac:chgData name="Gabriele, Cyril" userId="1be75a10-e39f-4032-8195-d4e5b0ea0b62" providerId="ADAL" clId="{B0A1087C-1C87-F64B-8F02-62FA3A69F4E0}" dt="2026-04-12T15:47:29.580" v="405" actId="1076"/>
          <ac:spMkLst>
            <pc:docMk/>
            <pc:sldMk cId="0" sldId="257"/>
            <ac:spMk id="3" creationId="{00000000-0000-0000-0000-000000000000}"/>
          </ac:spMkLst>
        </pc:spChg>
      </pc:sldChg>
      <pc:sldChg chg="modSp mod">
        <pc:chgData name="Gabriele, Cyril" userId="1be75a10-e39f-4032-8195-d4e5b0ea0b62" providerId="ADAL" clId="{B0A1087C-1C87-F64B-8F02-62FA3A69F4E0}" dt="2026-04-12T16:23:17.114" v="817" actId="108"/>
        <pc:sldMkLst>
          <pc:docMk/>
          <pc:sldMk cId="0" sldId="258"/>
        </pc:sldMkLst>
        <pc:spChg chg="mod">
          <ac:chgData name="Gabriele, Cyril" userId="1be75a10-e39f-4032-8195-d4e5b0ea0b62" providerId="ADAL" clId="{B0A1087C-1C87-F64B-8F02-62FA3A69F4E0}" dt="2026-04-12T16:21:23.540" v="788" actId="20577"/>
          <ac:spMkLst>
            <pc:docMk/>
            <pc:sldMk cId="0" sldId="258"/>
            <ac:spMk id="2" creationId="{00000000-0000-0000-0000-000000000000}"/>
          </ac:spMkLst>
        </pc:spChg>
        <pc:spChg chg="mod">
          <ac:chgData name="Gabriele, Cyril" userId="1be75a10-e39f-4032-8195-d4e5b0ea0b62" providerId="ADAL" clId="{B0A1087C-1C87-F64B-8F02-62FA3A69F4E0}" dt="2026-04-12T16:23:17.114" v="817" actId="108"/>
          <ac:spMkLst>
            <pc:docMk/>
            <pc:sldMk cId="0" sldId="258"/>
            <ac:spMk id="3" creationId="{00000000-0000-0000-0000-000000000000}"/>
          </ac:spMkLst>
        </pc:spChg>
      </pc:sldChg>
      <pc:sldChg chg="addSp delSp modSp mod">
        <pc:chgData name="Gabriele, Cyril" userId="1be75a10-e39f-4032-8195-d4e5b0ea0b62" providerId="ADAL" clId="{B0A1087C-1C87-F64B-8F02-62FA3A69F4E0}" dt="2026-04-12T16:21:08.896" v="781" actId="207"/>
        <pc:sldMkLst>
          <pc:docMk/>
          <pc:sldMk cId="0" sldId="259"/>
        </pc:sldMkLst>
        <pc:spChg chg="mod">
          <ac:chgData name="Gabriele, Cyril" userId="1be75a10-e39f-4032-8195-d4e5b0ea0b62" providerId="ADAL" clId="{B0A1087C-1C87-F64B-8F02-62FA3A69F4E0}" dt="2026-04-12T16:21:08.896" v="781" actId="207"/>
          <ac:spMkLst>
            <pc:docMk/>
            <pc:sldMk cId="0" sldId="259"/>
            <ac:spMk id="2" creationId="{00000000-0000-0000-0000-000000000000}"/>
          </ac:spMkLst>
        </pc:spChg>
        <pc:spChg chg="mod">
          <ac:chgData name="Gabriele, Cyril" userId="1be75a10-e39f-4032-8195-d4e5b0ea0b62" providerId="ADAL" clId="{B0A1087C-1C87-F64B-8F02-62FA3A69F4E0}" dt="2026-04-12T16:11:33.200" v="583" actId="20577"/>
          <ac:spMkLst>
            <pc:docMk/>
            <pc:sldMk cId="0" sldId="259"/>
            <ac:spMk id="3" creationId="{00000000-0000-0000-0000-000000000000}"/>
          </ac:spMkLst>
        </pc:spChg>
        <pc:picChg chg="mod">
          <ac:chgData name="Gabriele, Cyril" userId="1be75a10-e39f-4032-8195-d4e5b0ea0b62" providerId="ADAL" clId="{B0A1087C-1C87-F64B-8F02-62FA3A69F4E0}" dt="2026-04-12T16:04:13.861" v="506" actId="1076"/>
          <ac:picMkLst>
            <pc:docMk/>
            <pc:sldMk cId="0" sldId="259"/>
            <ac:picMk id="4" creationId="{00000000-0000-0000-0000-000000000000}"/>
          </ac:picMkLst>
        </pc:picChg>
      </pc:sldChg>
      <pc:sldChg chg="modSp mod">
        <pc:chgData name="Gabriele, Cyril" userId="1be75a10-e39f-4032-8195-d4e5b0ea0b62" providerId="ADAL" clId="{B0A1087C-1C87-F64B-8F02-62FA3A69F4E0}" dt="2026-04-12T16:21:04.344" v="779" actId="113"/>
        <pc:sldMkLst>
          <pc:docMk/>
          <pc:sldMk cId="0" sldId="262"/>
        </pc:sldMkLst>
        <pc:spChg chg="mod">
          <ac:chgData name="Gabriele, Cyril" userId="1be75a10-e39f-4032-8195-d4e5b0ea0b62" providerId="ADAL" clId="{B0A1087C-1C87-F64B-8F02-62FA3A69F4E0}" dt="2026-04-12T16:21:04.344" v="779" actId="113"/>
          <ac:spMkLst>
            <pc:docMk/>
            <pc:sldMk cId="0" sldId="262"/>
            <ac:spMk id="2" creationId="{00000000-0000-0000-0000-000000000000}"/>
          </ac:spMkLst>
        </pc:spChg>
        <pc:spChg chg="mod">
          <ac:chgData name="Gabriele, Cyril" userId="1be75a10-e39f-4032-8195-d4e5b0ea0b62" providerId="ADAL" clId="{B0A1087C-1C87-F64B-8F02-62FA3A69F4E0}" dt="2026-04-12T16:20:25.108" v="761" actId="404"/>
          <ac:spMkLst>
            <pc:docMk/>
            <pc:sldMk cId="0" sldId="262"/>
            <ac:spMk id="3" creationId="{00000000-0000-0000-0000-000000000000}"/>
          </ac:spMkLst>
        </pc:spChg>
      </pc:sldChg>
      <pc:sldChg chg="modSp mod">
        <pc:chgData name="Gabriele, Cyril" userId="1be75a10-e39f-4032-8195-d4e5b0ea0b62" providerId="ADAL" clId="{B0A1087C-1C87-F64B-8F02-62FA3A69F4E0}" dt="2026-04-12T16:20:55.836" v="777" actId="113"/>
        <pc:sldMkLst>
          <pc:docMk/>
          <pc:sldMk cId="0" sldId="263"/>
        </pc:sldMkLst>
        <pc:spChg chg="mod">
          <ac:chgData name="Gabriele, Cyril" userId="1be75a10-e39f-4032-8195-d4e5b0ea0b62" providerId="ADAL" clId="{B0A1087C-1C87-F64B-8F02-62FA3A69F4E0}" dt="2026-04-12T16:20:55.836" v="777" actId="113"/>
          <ac:spMkLst>
            <pc:docMk/>
            <pc:sldMk cId="0" sldId="263"/>
            <ac:spMk id="2" creationId="{00000000-0000-0000-0000-000000000000}"/>
          </ac:spMkLst>
        </pc:spChg>
        <pc:spChg chg="mod">
          <ac:chgData name="Gabriele, Cyril" userId="1be75a10-e39f-4032-8195-d4e5b0ea0b62" providerId="ADAL" clId="{B0A1087C-1C87-F64B-8F02-62FA3A69F4E0}" dt="2026-04-12T16:19:41.590" v="747" actId="20577"/>
          <ac:spMkLst>
            <pc:docMk/>
            <pc:sldMk cId="0" sldId="263"/>
            <ac:spMk id="3" creationId="{00000000-0000-0000-0000-000000000000}"/>
          </ac:spMkLst>
        </pc:spChg>
      </pc:sldChg>
      <pc:sldChg chg="delSp modSp mod modNotesTx">
        <pc:chgData name="Gabriele, Cyril" userId="1be75a10-e39f-4032-8195-d4e5b0ea0b62" providerId="ADAL" clId="{B0A1087C-1C87-F64B-8F02-62FA3A69F4E0}" dt="2026-04-12T16:20:47.134" v="772" actId="20577"/>
        <pc:sldMkLst>
          <pc:docMk/>
          <pc:sldMk cId="0" sldId="264"/>
        </pc:sldMkLst>
        <pc:spChg chg="mod">
          <ac:chgData name="Gabriele, Cyril" userId="1be75a10-e39f-4032-8195-d4e5b0ea0b62" providerId="ADAL" clId="{B0A1087C-1C87-F64B-8F02-62FA3A69F4E0}" dt="2026-04-12T16:20:47.134" v="772" actId="20577"/>
          <ac:spMkLst>
            <pc:docMk/>
            <pc:sldMk cId="0" sldId="264"/>
            <ac:spMk id="2" creationId="{00000000-0000-0000-0000-000000000000}"/>
          </ac:spMkLst>
        </pc:spChg>
        <pc:picChg chg="mod">
          <ac:chgData name="Gabriele, Cyril" userId="1be75a10-e39f-4032-8195-d4e5b0ea0b62" providerId="ADAL" clId="{B0A1087C-1C87-F64B-8F02-62FA3A69F4E0}" dt="2026-04-12T16:17:02.932" v="654" actId="1076"/>
          <ac:picMkLst>
            <pc:docMk/>
            <pc:sldMk cId="0" sldId="264"/>
            <ac:picMk id="4" creationId="{00000000-0000-0000-0000-000000000000}"/>
          </ac:picMkLst>
        </pc:picChg>
      </pc:sldChg>
      <pc:sldChg chg="modSp mod modNotesTx">
        <pc:chgData name="Gabriele, Cyril" userId="1be75a10-e39f-4032-8195-d4e5b0ea0b62" providerId="ADAL" clId="{B0A1087C-1C87-F64B-8F02-62FA3A69F4E0}" dt="2026-04-12T16:24:28.375" v="859" actId="207"/>
        <pc:sldMkLst>
          <pc:docMk/>
          <pc:sldMk cId="0" sldId="265"/>
        </pc:sldMkLst>
        <pc:spChg chg="mod">
          <ac:chgData name="Gabriele, Cyril" userId="1be75a10-e39f-4032-8195-d4e5b0ea0b62" providerId="ADAL" clId="{B0A1087C-1C87-F64B-8F02-62FA3A69F4E0}" dt="2026-04-12T16:21:44.201" v="797" actId="207"/>
          <ac:spMkLst>
            <pc:docMk/>
            <pc:sldMk cId="0" sldId="265"/>
            <ac:spMk id="2" creationId="{00000000-0000-0000-0000-000000000000}"/>
          </ac:spMkLst>
        </pc:spChg>
        <pc:spChg chg="mod">
          <ac:chgData name="Gabriele, Cyril" userId="1be75a10-e39f-4032-8195-d4e5b0ea0b62" providerId="ADAL" clId="{B0A1087C-1C87-F64B-8F02-62FA3A69F4E0}" dt="2026-04-12T16:24:28.375" v="859" actId="207"/>
          <ac:spMkLst>
            <pc:docMk/>
            <pc:sldMk cId="0" sldId="265"/>
            <ac:spMk id="3" creationId="{00000000-0000-0000-0000-000000000000}"/>
          </ac:spMkLst>
        </pc:spChg>
      </pc:sldChg>
      <pc:sldChg chg="addSp delSp modSp mod modAnim modNotesTx">
        <pc:chgData name="Gabriele, Cyril" userId="1be75a10-e39f-4032-8195-d4e5b0ea0b62" providerId="ADAL" clId="{B0A1087C-1C87-F64B-8F02-62FA3A69F4E0}" dt="2026-04-13T07:18:57.623" v="1312" actId="1076"/>
        <pc:sldMkLst>
          <pc:docMk/>
          <pc:sldMk cId="0" sldId="266"/>
        </pc:sldMkLst>
        <pc:spChg chg="mod">
          <ac:chgData name="Gabriele, Cyril" userId="1be75a10-e39f-4032-8195-d4e5b0ea0b62" providerId="ADAL" clId="{B0A1087C-1C87-F64B-8F02-62FA3A69F4E0}" dt="2026-04-12T16:26:12.766" v="916" actId="20577"/>
          <ac:spMkLst>
            <pc:docMk/>
            <pc:sldMk cId="0" sldId="266"/>
            <ac:spMk id="2" creationId="{00000000-0000-0000-0000-000000000000}"/>
          </ac:spMkLst>
        </pc:spChg>
        <pc:spChg chg="mod">
          <ac:chgData name="Gabriele, Cyril" userId="1be75a10-e39f-4032-8195-d4e5b0ea0b62" providerId="ADAL" clId="{B0A1087C-1C87-F64B-8F02-62FA3A69F4E0}" dt="2026-04-12T16:30:24.016" v="993" actId="5793"/>
          <ac:spMkLst>
            <pc:docMk/>
            <pc:sldMk cId="0" sldId="266"/>
            <ac:spMk id="3" creationId="{00000000-0000-0000-0000-000000000000}"/>
          </ac:spMkLst>
        </pc:spChg>
        <pc:spChg chg="add mod">
          <ac:chgData name="Gabriele, Cyril" userId="1be75a10-e39f-4032-8195-d4e5b0ea0b62" providerId="ADAL" clId="{B0A1087C-1C87-F64B-8F02-62FA3A69F4E0}" dt="2026-04-13T07:18:37.029" v="1308" actId="14100"/>
          <ac:spMkLst>
            <pc:docMk/>
            <pc:sldMk cId="0" sldId="266"/>
            <ac:spMk id="6" creationId="{F1B45157-86E2-C7EA-4A8F-2D6A17FBCD74}"/>
          </ac:spMkLst>
        </pc:spChg>
        <pc:spChg chg="add mod">
          <ac:chgData name="Gabriele, Cyril" userId="1be75a10-e39f-4032-8195-d4e5b0ea0b62" providerId="ADAL" clId="{B0A1087C-1C87-F64B-8F02-62FA3A69F4E0}" dt="2026-04-13T07:18:42.826" v="1310" actId="1076"/>
          <ac:spMkLst>
            <pc:docMk/>
            <pc:sldMk cId="0" sldId="266"/>
            <ac:spMk id="7" creationId="{7E152D5C-2A61-DCBA-A6B7-B73DEC5DFCB6}"/>
          </ac:spMkLst>
        </pc:spChg>
        <pc:spChg chg="add mod">
          <ac:chgData name="Gabriele, Cyril" userId="1be75a10-e39f-4032-8195-d4e5b0ea0b62" providerId="ADAL" clId="{B0A1087C-1C87-F64B-8F02-62FA3A69F4E0}" dt="2026-04-12T17:30:50.164" v="1234" actId="1076"/>
          <ac:spMkLst>
            <pc:docMk/>
            <pc:sldMk cId="0" sldId="266"/>
            <ac:spMk id="11" creationId="{718393B8-F7CE-7EAF-6DAC-912914279752}"/>
          </ac:spMkLst>
        </pc:spChg>
        <pc:cxnChg chg="add mod">
          <ac:chgData name="Gabriele, Cyril" userId="1be75a10-e39f-4032-8195-d4e5b0ea0b62" providerId="ADAL" clId="{B0A1087C-1C87-F64B-8F02-62FA3A69F4E0}" dt="2026-04-13T07:18:57.623" v="1312" actId="1076"/>
          <ac:cxnSpMkLst>
            <pc:docMk/>
            <pc:sldMk cId="0" sldId="266"/>
            <ac:cxnSpMk id="9" creationId="{5F819B6F-172D-5ED2-B0FC-A7606433C241}"/>
          </ac:cxnSpMkLst>
        </pc:cxnChg>
      </pc:sldChg>
      <pc:sldChg chg="delSp modSp mod modNotesTx">
        <pc:chgData name="Gabriele, Cyril" userId="1be75a10-e39f-4032-8195-d4e5b0ea0b62" providerId="ADAL" clId="{B0A1087C-1C87-F64B-8F02-62FA3A69F4E0}" dt="2026-04-12T16:32:28.631" v="1063" actId="1076"/>
        <pc:sldMkLst>
          <pc:docMk/>
          <pc:sldMk cId="0" sldId="267"/>
        </pc:sldMkLst>
        <pc:spChg chg="mod">
          <ac:chgData name="Gabriele, Cyril" userId="1be75a10-e39f-4032-8195-d4e5b0ea0b62" providerId="ADAL" clId="{B0A1087C-1C87-F64B-8F02-62FA3A69F4E0}" dt="2026-04-12T16:17:33.393" v="664" actId="113"/>
          <ac:spMkLst>
            <pc:docMk/>
            <pc:sldMk cId="0" sldId="267"/>
            <ac:spMk id="2" creationId="{00000000-0000-0000-0000-000000000000}"/>
          </ac:spMkLst>
        </pc:spChg>
        <pc:picChg chg="mod">
          <ac:chgData name="Gabriele, Cyril" userId="1be75a10-e39f-4032-8195-d4e5b0ea0b62" providerId="ADAL" clId="{B0A1087C-1C87-F64B-8F02-62FA3A69F4E0}" dt="2026-04-12T16:32:28.631" v="1063" actId="1076"/>
          <ac:picMkLst>
            <pc:docMk/>
            <pc:sldMk cId="0" sldId="267"/>
            <ac:picMk id="4" creationId="{00000000-0000-0000-0000-000000000000}"/>
          </ac:picMkLst>
        </pc:picChg>
      </pc:sldChg>
      <pc:sldChg chg="modSp mod modNotesTx">
        <pc:chgData name="Gabriele, Cyril" userId="1be75a10-e39f-4032-8195-d4e5b0ea0b62" providerId="ADAL" clId="{B0A1087C-1C87-F64B-8F02-62FA3A69F4E0}" dt="2026-04-12T17:36:51.656" v="1301" actId="207"/>
        <pc:sldMkLst>
          <pc:docMk/>
          <pc:sldMk cId="0" sldId="269"/>
        </pc:sldMkLst>
        <pc:spChg chg="mod">
          <ac:chgData name="Gabriele, Cyril" userId="1be75a10-e39f-4032-8195-d4e5b0ea0b62" providerId="ADAL" clId="{B0A1087C-1C87-F64B-8F02-62FA3A69F4E0}" dt="2026-04-12T17:36:28.508" v="1296" actId="207"/>
          <ac:spMkLst>
            <pc:docMk/>
            <pc:sldMk cId="0" sldId="269"/>
            <ac:spMk id="2" creationId="{00000000-0000-0000-0000-000000000000}"/>
          </ac:spMkLst>
        </pc:spChg>
        <pc:spChg chg="mod">
          <ac:chgData name="Gabriele, Cyril" userId="1be75a10-e39f-4032-8195-d4e5b0ea0b62" providerId="ADAL" clId="{B0A1087C-1C87-F64B-8F02-62FA3A69F4E0}" dt="2026-04-12T17:36:51.656" v="1301" actId="207"/>
          <ac:spMkLst>
            <pc:docMk/>
            <pc:sldMk cId="0" sldId="269"/>
            <ac:spMk id="3" creationId="{00000000-0000-0000-0000-000000000000}"/>
          </ac:spMkLst>
        </pc:spChg>
      </pc:sldChg>
      <pc:sldChg chg="modSp mod">
        <pc:chgData name="Gabriele, Cyril" userId="1be75a10-e39f-4032-8195-d4e5b0ea0b62" providerId="ADAL" clId="{B0A1087C-1C87-F64B-8F02-62FA3A69F4E0}" dt="2026-04-12T17:37:10.045" v="1305" actId="207"/>
        <pc:sldMkLst>
          <pc:docMk/>
          <pc:sldMk cId="0" sldId="270"/>
        </pc:sldMkLst>
        <pc:spChg chg="mod">
          <ac:chgData name="Gabriele, Cyril" userId="1be75a10-e39f-4032-8195-d4e5b0ea0b62" providerId="ADAL" clId="{B0A1087C-1C87-F64B-8F02-62FA3A69F4E0}" dt="2026-04-12T17:01:38.590" v="1102" actId="207"/>
          <ac:spMkLst>
            <pc:docMk/>
            <pc:sldMk cId="0" sldId="270"/>
            <ac:spMk id="2" creationId="{00000000-0000-0000-0000-000000000000}"/>
          </ac:spMkLst>
        </pc:spChg>
        <pc:spChg chg="mod">
          <ac:chgData name="Gabriele, Cyril" userId="1be75a10-e39f-4032-8195-d4e5b0ea0b62" providerId="ADAL" clId="{B0A1087C-1C87-F64B-8F02-62FA3A69F4E0}" dt="2026-04-12T17:37:10.045" v="1305" actId="207"/>
          <ac:spMkLst>
            <pc:docMk/>
            <pc:sldMk cId="0" sldId="270"/>
            <ac:spMk id="3" creationId="{00000000-0000-0000-0000-000000000000}"/>
          </ac:spMkLst>
        </pc:spChg>
      </pc:sldChg>
      <pc:sldChg chg="add del mod modShow">
        <pc:chgData name="Gabriele, Cyril" userId="1be75a10-e39f-4032-8195-d4e5b0ea0b62" providerId="ADAL" clId="{B0A1087C-1C87-F64B-8F02-62FA3A69F4E0}" dt="2026-04-12T17:27:02.962" v="1158" actId="729"/>
        <pc:sldMkLst>
          <pc:docMk/>
          <pc:sldMk cId="0" sldId="271"/>
        </pc:sldMkLst>
      </pc:sldChg>
      <pc:sldChg chg="mod modShow">
        <pc:chgData name="Gabriele, Cyril" userId="1be75a10-e39f-4032-8195-d4e5b0ea0b62" providerId="ADAL" clId="{B0A1087C-1C87-F64B-8F02-62FA3A69F4E0}" dt="2026-04-12T17:01:01.135" v="1065" actId="729"/>
        <pc:sldMkLst>
          <pc:docMk/>
          <pc:sldMk cId="0" sldId="272"/>
        </pc:sldMkLst>
      </pc:sldChg>
      <pc:sldChg chg="mod modShow">
        <pc:chgData name="Gabriele, Cyril" userId="1be75a10-e39f-4032-8195-d4e5b0ea0b62" providerId="ADAL" clId="{B0A1087C-1C87-F64B-8F02-62FA3A69F4E0}" dt="2026-04-12T17:00:58.150" v="1064" actId="729"/>
        <pc:sldMkLst>
          <pc:docMk/>
          <pc:sldMk cId="0" sldId="273"/>
        </pc:sldMkLst>
      </pc:sldChg>
      <pc:sldChg chg="modSp mod addCm modNotesTx">
        <pc:chgData name="Gabriele, Cyril" userId="1be75a10-e39f-4032-8195-d4e5b0ea0b62" providerId="ADAL" clId="{B0A1087C-1C87-F64B-8F02-62FA3A69F4E0}" dt="2026-04-13T11:03:56.613" v="1313"/>
        <pc:sldMkLst>
          <pc:docMk/>
          <pc:sldMk cId="3410646215" sldId="274"/>
        </pc:sldMkLst>
        <pc:spChg chg="mod">
          <ac:chgData name="Gabriele, Cyril" userId="1be75a10-e39f-4032-8195-d4e5b0ea0b62" providerId="ADAL" clId="{B0A1087C-1C87-F64B-8F02-62FA3A69F4E0}" dt="2026-04-12T16:21:14.753" v="783" actId="207"/>
          <ac:spMkLst>
            <pc:docMk/>
            <pc:sldMk cId="3410646215" sldId="274"/>
            <ac:spMk id="2" creationId="{00000000-0000-0000-0000-000000000000}"/>
          </ac:spMkLst>
        </pc:spChg>
        <pc:extLst>
          <p:ext xmlns:p="http://schemas.openxmlformats.org/presentationml/2006/main" uri="{D6D511B9-2390-475A-947B-AFAB55BFBCF1}">
            <pc226:cmChg xmlns:pc226="http://schemas.microsoft.com/office/powerpoint/2022/06/main/command" chg="add">
              <pc226:chgData name="Gabriele, Cyril" userId="1be75a10-e39f-4032-8195-d4e5b0ea0b62" providerId="ADAL" clId="{B0A1087C-1C87-F64B-8F02-62FA3A69F4E0}" dt="2026-04-13T11:03:56.613" v="1313"/>
              <pc2:cmMkLst xmlns:pc2="http://schemas.microsoft.com/office/powerpoint/2019/9/main/command">
                <pc:docMk/>
                <pc:sldMk cId="3410646215" sldId="274"/>
                <pc2:cmMk id="{A347C1F4-CFBB-4943-9283-33B4056E088F}"/>
              </pc2:cmMkLst>
            </pc226:cmChg>
          </p:ext>
        </pc:extLst>
      </pc:sldChg>
      <pc:sldChg chg="delSp modSp new mod">
        <pc:chgData name="Gabriele, Cyril" userId="1be75a10-e39f-4032-8195-d4e5b0ea0b62" providerId="ADAL" clId="{B0A1087C-1C87-F64B-8F02-62FA3A69F4E0}" dt="2026-04-12T17:01:24.971" v="1090" actId="113"/>
        <pc:sldMkLst>
          <pc:docMk/>
          <pc:sldMk cId="2996261185" sldId="275"/>
        </pc:sldMkLst>
        <pc:spChg chg="mod">
          <ac:chgData name="Gabriele, Cyril" userId="1be75a10-e39f-4032-8195-d4e5b0ea0b62" providerId="ADAL" clId="{B0A1087C-1C87-F64B-8F02-62FA3A69F4E0}" dt="2026-04-12T17:01:24.971" v="1090" actId="113"/>
          <ac:spMkLst>
            <pc:docMk/>
            <pc:sldMk cId="2996261185" sldId="275"/>
            <ac:spMk id="2" creationId="{DE1E6F96-6669-1625-A966-127287BEE127}"/>
          </ac:spMkLst>
        </pc:spChg>
      </pc:sldChg>
    </pc:docChg>
  </pc:docChgLst>
</pc:chgInfo>
</file>

<file path=ppt/comments/modernComment_112_CB4A54C7.xml><?xml version="1.0" encoding="utf-8"?>
<p188:cmLst xmlns:a="http://schemas.openxmlformats.org/drawingml/2006/main" xmlns:r="http://schemas.openxmlformats.org/officeDocument/2006/relationships" xmlns:p188="http://schemas.microsoft.com/office/powerpoint/2018/8/main">
  <p188:cm id="{A347C1F4-CFBB-4943-9283-33B4056E088F}" authorId="{2BFCA692-9728-8082-ECD9-498F78147902}" created="2026-04-13T11:03:56.577">
    <ac:txMkLst xmlns:ac="http://schemas.microsoft.com/office/drawing/2013/main/command">
      <pc:docMk xmlns:pc="http://schemas.microsoft.com/office/powerpoint/2013/main/command"/>
      <pc:sldMk xmlns:pc="http://schemas.microsoft.com/office/powerpoint/2013/main/command" cId="3410646215" sldId="274"/>
      <ac:spMk id="7" creationId="{FFEC9FEF-08AE-EFBD-0A20-22A2B916E1D0}"/>
      <ac:txMk cp="337">
        <ac:context len="784" hash="3652954237"/>
      </ac:txMk>
    </ac:txMkLst>
    <p188:pos x="1670992" y="1205594"/>
    <p188:replyLst>
      <p188:reply id="{4BE40565-6921-6649-AB5E-E683E4FE825D}" authorId="{E1A0EFA6-9B30-97EA-CBE8-AD9642A5FEDF}" created="2026-04-13T15:52:38.587">
        <p188:txBody>
          <a:bodyPr/>
          <a:lstStyle/>
          <a:p>
            <a:r>
              <a:rPr lang="de-DE"/>
              <a:t>exchanged for availability, emphasised more the trade-off between availability and Data consistency</a:t>
            </a:r>
          </a:p>
        </p188:txBody>
      </p188:reply>
    </p188:replyLst>
    <p188:txBody>
      <a:bodyPr/>
      <a:lstStyle/>
      <a:p>
        <a:r>
          <a:rPr lang="en-US"/>
          <a:t>[@Theodosiadis, Ioannis] is listing data conistency in a event driven architecture not a bit “a joke” since we also then state that we several times accepted eventual consistency? should we not mention more something like scalability or somethin gin this direction whcih would more emphasize the event driven type?</a:t>
        </a:r>
      </a:p>
    </p188:txBody>
    <p188:extLst>
      <p:ext xmlns:p="http://schemas.openxmlformats.org/presentationml/2006/main" uri="{57CB4572-C831-44C2-8A1C-0ADB6CCDFE69}">
        <p223:reactions xmlns:p223="http://schemas.microsoft.com/office/powerpoint/2022/03/main">
          <p223:rxn type="👍">
            <p223:instance time="2026-04-13T15:51:54.794" authorId="{E1A0EFA6-9B30-97EA-CBE8-AD9642A5FEDF}"/>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45CE27-0FC1-4345-A9D1-813E9F3C96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a:extLst>
              <a:ext uri="{FF2B5EF4-FFF2-40B4-BE49-F238E27FC236}">
                <a16:creationId xmlns:a16="http://schemas.microsoft.com/office/drawing/2014/main" id="{04FAFF02-ADA2-494F-92F2-18E0CD47E8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F4C96F-5C6D-48ED-8D42-B768302B23AD}" type="datetimeFigureOut">
              <a:rPr lang="de-CH" smtClean="0"/>
              <a:t>15.04.26</a:t>
            </a:fld>
            <a:endParaRPr lang="de-CH"/>
          </a:p>
        </p:txBody>
      </p:sp>
      <p:sp>
        <p:nvSpPr>
          <p:cNvPr id="4" name="Footer Placeholder 3">
            <a:extLst>
              <a:ext uri="{FF2B5EF4-FFF2-40B4-BE49-F238E27FC236}">
                <a16:creationId xmlns:a16="http://schemas.microsoft.com/office/drawing/2014/main" id="{84D7311C-885A-4219-9687-E8E9C81D34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Slide Number Placeholder 4">
            <a:extLst>
              <a:ext uri="{FF2B5EF4-FFF2-40B4-BE49-F238E27FC236}">
                <a16:creationId xmlns:a16="http://schemas.microsoft.com/office/drawing/2014/main" id="{88755352-F100-4DC1-827B-1EFA0F247A0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6BEFE-BF9F-47C0-9B2B-37E6860B00C1}" type="slidenum">
              <a:rPr lang="de-CH" smtClean="0"/>
              <a:t>‹#›</a:t>
            </a:fld>
            <a:endParaRPr lang="de-CH"/>
          </a:p>
        </p:txBody>
      </p:sp>
    </p:spTree>
    <p:extLst>
      <p:ext uri="{BB962C8B-B14F-4D97-AF65-F5344CB8AC3E}">
        <p14:creationId xmlns:p14="http://schemas.microsoft.com/office/powerpoint/2010/main" val="12454366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D3A44-FA09-4C0A-99A6-1BA009890161}" type="datetimeFigureOut">
              <a:rPr lang="de-CH" smtClean="0"/>
              <a:t>15.04.26</a:t>
            </a:fld>
            <a:endParaRPr lang="de-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EFE3F1-1C0D-4780-BCDC-4F7033F6C9E1}" type="slidenum">
              <a:rPr lang="de-CH" smtClean="0"/>
              <a:t>‹#›</a:t>
            </a:fld>
            <a:endParaRPr lang="de-CH"/>
          </a:p>
        </p:txBody>
      </p:sp>
    </p:spTree>
    <p:extLst>
      <p:ext uri="{BB962C8B-B14F-4D97-AF65-F5344CB8AC3E}">
        <p14:creationId xmlns:p14="http://schemas.microsoft.com/office/powerpoint/2010/main" val="887218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 confidently. We built </a:t>
            </a:r>
            <a:r>
              <a:rPr dirty="0" err="1"/>
              <a:t>CryptoFlow</a:t>
            </a:r>
            <a:r>
              <a:rPr dirty="0"/>
              <a:t> to exercise the full set of EDPO lecture concepts end to end: two communication channels, five microservices, two saga patterns. This slide is just the name card </a:t>
            </a:r>
            <a:r>
              <a:rPr lang="en-US" dirty="0"/>
              <a:t>-</a:t>
            </a:r>
            <a:r>
              <a:rPr dirty="0"/>
              <a:t> keep it to ten seconds.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brief. The point is that we chose a domain rich enough to require multiple bounded contexts, long-running processes, and eventual consistency </a:t>
            </a:r>
            <a:r>
              <a:rPr lang="en-US"/>
              <a:t>-</a:t>
            </a:r>
            <a:r>
              <a:t> all things we wanted to demonstrate.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that the bounded contexts drove the service decomposition. Each context is owned by exactly one service. Cross-context communication is always asynchronous.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CH"/>
              <a:t>Ioannis</a:t>
            </a:r>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5742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30-second mental model. Two channels, five services, no shared databases. Everything else in the presentation builds on this.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not a generic 'Camunda 8 is better' argument. These are project-specific reasons. The partitioned log matters because </a:t>
            </a:r>
            <a:r>
              <a:rPr err="1"/>
              <a:t>placeOrder</a:t>
            </a:r>
            <a:r>
              <a:t> has a non-deterministic wait </a:t>
            </a:r>
            <a:r>
              <a:rPr lang="en-US"/>
              <a:t>-</a:t>
            </a:r>
            <a:r>
              <a:t> many orders can be open simultaneously. The connector templates matter because our flows include email notifications.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was one of the most instructive decisions. The wait semantics dictated the coupling model, which dictated the saga style. A deterministic wait with cross-context scope → Parallel. A non-deterministic wait within one context → Fairy Tale.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to the BPMN diagram as you walk through. Emphasize: three services participate but only one (onboarding-service) owns the BPMN. The workers are stateless </a:t>
            </a:r>
            <a:r>
              <a:rPr lang="en-US"/>
              <a:t>-</a:t>
            </a:r>
            <a:r>
              <a:t> they execute local transactions and report back</a:t>
            </a:r>
            <a:r>
              <a:rPr lang="de-CH"/>
              <a:t>: </a:t>
            </a:r>
            <a:br>
              <a:rPr lang="de-CH"/>
            </a:br>
            <a:br>
              <a:rPr lang="de-CH"/>
            </a:br>
            <a:r>
              <a:rPr lang="en-US" sz="1200" err="1"/>
              <a:t>prepareUserWorker</a:t>
            </a:r>
            <a:r>
              <a:rPr lang="en-US" sz="1200"/>
              <a:t>: generates </a:t>
            </a:r>
            <a:r>
              <a:rPr lang="en-US" sz="1200" err="1"/>
              <a:t>userId</a:t>
            </a:r>
            <a:r>
              <a:rPr lang="en-US" sz="1200"/>
              <a:t>, PENDING link</a:t>
            </a:r>
          </a:p>
          <a:p>
            <a:r>
              <a:rPr lang="en-US" sz="1200"/>
              <a:t>Camunda email connector sends confirmation</a:t>
            </a:r>
          </a:p>
          <a:p>
            <a:r>
              <a:rPr lang="en-US" sz="1200"/>
              <a:t>Event-based gateway: click vs. 1-min timeout</a:t>
            </a:r>
          </a:p>
          <a:p>
            <a:r>
              <a:rPr lang="en-US" sz="1200"/>
              <a:t>Parallel fan-out: </a:t>
            </a:r>
            <a:r>
              <a:rPr lang="en-US" sz="1200" err="1"/>
              <a:t>userCreationWorker</a:t>
            </a:r>
            <a:r>
              <a:rPr lang="en-US" sz="1200"/>
              <a:t> + </a:t>
            </a:r>
            <a:r>
              <a:rPr lang="en-US" sz="1200" err="1"/>
              <a:t>portfolioCreationWorker</a:t>
            </a:r>
            <a:endParaRPr lang="en-US" sz="1200"/>
          </a:p>
          <a:p>
            <a:r>
              <a:rPr lang="en-US" sz="1200"/>
              <a:t>Both must succeed → process completes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where theory meets implementation. The flag-driven pattern is subtle but essential </a:t>
            </a:r>
            <a:r>
              <a:rPr lang="en-US"/>
              <a:t>-</a:t>
            </a:r>
            <a:r>
              <a:t> without it, the BPMN gateway branches become unreachable. The compensation events use ECST so no synchronous callback is needed.</a:t>
            </a:r>
            <a:endParaRPr lang="de-CH"/>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 </a:t>
            </a:r>
            <a:r>
              <a:rPr lang="en-US" sz="1200"/>
              <a:t>Flag-driven completion details in: ADR-0012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was an ADR-driven </a:t>
            </a:r>
            <a:r>
              <a:rPr lang="de-CH"/>
              <a:t>(ADR10) </a:t>
            </a:r>
            <a:r>
              <a:t>decision mid-project. The original design violated bounded context boundaries. The dedicated service is the most important structural consequence of applying the saga pattern correctly.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CH" dirty="0"/>
              <a:t>Ioannis:</a:t>
            </a:r>
          </a:p>
          <a:p>
            <a:r>
              <a:rPr dirty="0"/>
              <a:t>Key distinction from onboarding: the approval is terminal in the trading context. Portfolio propagation is a downstream consequence, not a saga step. This is exactly the Fairy Tale Saga trade-off: synchronous within the context, eventual across contexts.</a:t>
            </a:r>
            <a:br>
              <a:rPr lang="de-CH" dirty="0"/>
            </a:br>
            <a:br>
              <a:rPr lang="de-CH" dirty="0"/>
            </a:br>
            <a:r>
              <a:rPr lang="en-US" sz="1200" dirty="0"/>
              <a:t>order-processing-worker validates user locally, creates PENDING </a:t>
            </a:r>
            <a:r>
              <a:rPr lang="en-US" sz="1200" dirty="0" err="1"/>
              <a:t>tx</a:t>
            </a:r>
            <a:endParaRPr lang="en-US" sz="1200" dirty="0"/>
          </a:p>
          <a:p>
            <a:r>
              <a:rPr lang="en-US" sz="1200" dirty="0"/>
              <a:t>Event-based gateway: price match vs. 1-min timeout</a:t>
            </a:r>
          </a:p>
          <a:p>
            <a:r>
              <a:rPr lang="en-US" sz="1200" dirty="0" err="1"/>
              <a:t>approveOrderWorker</a:t>
            </a:r>
            <a:r>
              <a:rPr lang="en-US" sz="1200" dirty="0"/>
              <a:t> writes APPROVED + outbox row in one transaction</a:t>
            </a:r>
          </a:p>
          <a:p>
            <a:r>
              <a:rPr lang="en-US" sz="1200" dirty="0" err="1"/>
              <a:t>publishOrderApprovedWorker</a:t>
            </a:r>
            <a:r>
              <a:rPr lang="en-US" sz="1200" dirty="0"/>
              <a:t> publishes to Kafka → email</a:t>
            </a:r>
          </a:p>
          <a:p>
            <a:r>
              <a:rPr lang="en-US" sz="1200" dirty="0"/>
              <a:t>Portfolio update happens independently via Kafka</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focused use of CQRS: the write model stays in user-service, the trading context keeps only the projection it needs. Log compaction ensures the read-model survives cold starts.</a:t>
            </a:r>
            <a:endParaRPr lang="de-CH"/>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details: </a:t>
            </a:r>
            <a:br>
              <a:rPr lang="en-US"/>
            </a:br>
            <a:r>
              <a:rPr lang="en-US"/>
              <a:t>- </a:t>
            </a:r>
            <a:r>
              <a:rPr lang="en-US" sz="1200"/>
              <a:t>Idempotent Consumer (ADR-0016)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 Transactional Outbox (ADR-0014)</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a:t>Human Escalation (ADR-0018)</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honest about the challenges. The key message: the patterns work, but applying them requires many more decisions than the theory suggests. ADRs were essential for keeping those decisions traceable.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Keep the demo tight </a:t>
            </a:r>
            <a:r>
              <a:rPr lang="en-US" dirty="0"/>
              <a:t>-</a:t>
            </a:r>
            <a:r>
              <a:rPr dirty="0"/>
              <a:t> 2-3 minutes max. Have the Docker Compose stack running before the presentation starts. If something breaks live, switch to Operate to show the instance state </a:t>
            </a:r>
            <a:r>
              <a:rPr lang="en-US" dirty="0"/>
              <a:t>-</a:t>
            </a:r>
            <a:r>
              <a:rPr dirty="0"/>
              <a:t> that's still a valid demo of observability.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wrap-up. Reiterate the most distinctive architectural choices. Then open for Q&amp;A.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 the floor. If the audience is quiet, prime the pump with the first backup topic yourself.</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Slide 1">
    <p:bg>
      <p:bgPr>
        <a:solidFill>
          <a:schemeClr val="bg1"/>
        </a:solidFill>
        <a:effectLst/>
      </p:bgPr>
    </p:bg>
    <p:spTree>
      <p:nvGrpSpPr>
        <p:cNvPr id="1" name=""/>
        <p:cNvGrpSpPr/>
        <p:nvPr/>
      </p:nvGrpSpPr>
      <p:grpSpPr>
        <a:xfrm>
          <a:off x="0" y="0"/>
          <a:ext cx="0" cy="0"/>
          <a:chOff x="0" y="0"/>
          <a:chExt cx="0" cy="0"/>
        </a:xfrm>
      </p:grpSpPr>
      <p:pic>
        <p:nvPicPr>
          <p:cNvPr id="13" name="Picture 12" descr="A picture containing skating, building, ramp, board&#10;&#10;Description automatically generated">
            <a:extLst>
              <a:ext uri="{FF2B5EF4-FFF2-40B4-BE49-F238E27FC236}">
                <a16:creationId xmlns:a16="http://schemas.microsoft.com/office/drawing/2014/main" id="{9F7E1813-5682-4AAE-8DC8-5A613DE12B9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479" r="7910" b="19850"/>
          <a:stretch/>
        </p:blipFill>
        <p:spPr>
          <a:xfrm>
            <a:off x="0" y="0"/>
            <a:ext cx="9136420" cy="5143500"/>
          </a:xfrm>
          <a:prstGeom prst="rect">
            <a:avLst/>
          </a:prstGeom>
        </p:spPr>
      </p:pic>
      <p:sp>
        <p:nvSpPr>
          <p:cNvPr id="11" name="Freeform: Shape 10">
            <a:extLst>
              <a:ext uri="{FF2B5EF4-FFF2-40B4-BE49-F238E27FC236}">
                <a16:creationId xmlns:a16="http://schemas.microsoft.com/office/drawing/2014/main" id="{43D7A234-EBF8-4A9A-ACFF-4329BD747ADC}"/>
              </a:ext>
            </a:extLst>
          </p:cNvPr>
          <p:cNvSpPr>
            <a:spLocks noChangeAspect="1"/>
          </p:cNvSpPr>
          <p:nvPr userDrawn="1"/>
        </p:nvSpPr>
        <p:spPr>
          <a:xfrm>
            <a:off x="4575791" y="3166310"/>
            <a:ext cx="4568210" cy="5009983"/>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69B6FC2A-29C4-4742-B32D-604659C0CB22}"/>
              </a:ext>
            </a:extLst>
          </p:cNvPr>
          <p:cNvSpPr txBox="1"/>
          <p:nvPr userDrawn="1"/>
        </p:nvSpPr>
        <p:spPr>
          <a:xfrm>
            <a:off x="6789318" y="4613375"/>
            <a:ext cx="1995907" cy="153888"/>
          </a:xfrm>
          <a:prstGeom prst="rect">
            <a:avLst/>
          </a:prstGeom>
          <a:noFill/>
        </p:spPr>
        <p:txBody>
          <a:bodyPr wrap="square" lIns="0" tIns="0" rIns="0" bIns="0" rtlCol="0">
            <a:spAutoFit/>
          </a:bodyPr>
          <a:lstStyle/>
          <a:p>
            <a:pPr algn="r"/>
            <a:r>
              <a:rPr lang="en-GB" sz="1000" dirty="0">
                <a:solidFill>
                  <a:schemeClr val="bg2"/>
                </a:solidFill>
              </a:rPr>
              <a:t>From </a:t>
            </a:r>
            <a:r>
              <a:rPr lang="en-GB" sz="1000" dirty="0" err="1">
                <a:solidFill>
                  <a:schemeClr val="bg2"/>
                </a:solidFill>
              </a:rPr>
              <a:t>insight</a:t>
            </a:r>
            <a:r>
              <a:rPr lang="en-GB" sz="1000" dirty="0">
                <a:solidFill>
                  <a:schemeClr val="bg2"/>
                </a:solidFill>
              </a:rPr>
              <a:t> </a:t>
            </a:r>
            <a:r>
              <a:rPr lang="en-GB" sz="1000" dirty="0" err="1">
                <a:solidFill>
                  <a:schemeClr val="bg2"/>
                </a:solidFill>
              </a:rPr>
              <a:t>to</a:t>
            </a:r>
            <a:r>
              <a:rPr lang="en-GB" sz="1000" dirty="0">
                <a:solidFill>
                  <a:schemeClr val="bg2"/>
                </a:solidFill>
              </a:rPr>
              <a:t> </a:t>
            </a:r>
            <a:r>
              <a:rPr lang="en-GB" sz="1000" dirty="0" err="1">
                <a:solidFill>
                  <a:schemeClr val="bg2"/>
                </a:solidFill>
              </a:rPr>
              <a:t>impact</a:t>
            </a:r>
            <a:r>
              <a:rPr lang="en-GB" sz="1000" dirty="0">
                <a:solidFill>
                  <a:schemeClr val="bg2"/>
                </a:solidFill>
              </a:rPr>
              <a:t>.</a:t>
            </a:r>
          </a:p>
        </p:txBody>
      </p:sp>
      <p:pic>
        <p:nvPicPr>
          <p:cNvPr id="2133101296" name="Rectangle 2" descr="{&quot;templafy&quot;:{&quot;id&quot;:&quot;18680601-61d8-4c65-b887-d43faff0f7e7&quot;}}"/>
          <p:cNvPicPr>
            <a:picLocks noChangeAspect="1"/>
          </p:cNvPicPr>
          <p:nvPr/>
        </p:nvPicPr>
        <p:blipFill>
          <a:blip r:embed="rId3"/>
          <a:stretch>
            <a:fillRect/>
          </a:stretch>
        </p:blipFill>
        <p:spPr>
          <a:xfrm>
            <a:off x="361173" y="313025"/>
            <a:ext cx="2221200" cy="460800"/>
          </a:xfrm>
          <a:prstGeom prst="rect">
            <a:avLst/>
          </a:prstGeom>
        </p:spPr>
      </p:pic>
      <p:sp>
        <p:nvSpPr>
          <p:cNvPr id="5" name="Title 4">
            <a:extLst>
              <a:ext uri="{FF2B5EF4-FFF2-40B4-BE49-F238E27FC236}">
                <a16:creationId xmlns:a16="http://schemas.microsoft.com/office/drawing/2014/main" id="{A891F29F-BED8-4555-9938-829D3AC33287}"/>
              </a:ext>
            </a:extLst>
          </p:cNvPr>
          <p:cNvSpPr>
            <a:spLocks noGrp="1"/>
          </p:cNvSpPr>
          <p:nvPr>
            <p:ph type="title"/>
          </p:nvPr>
        </p:nvSpPr>
        <p:spPr>
          <a:xfrm>
            <a:off x="827015" y="1098178"/>
            <a:ext cx="7958210" cy="1792800"/>
          </a:xfrm>
        </p:spPr>
        <p:txBody>
          <a:bodyPr anchor="b"/>
          <a:lstStyle>
            <a:lvl1pPr>
              <a:lnSpc>
                <a:spcPts val="4200"/>
              </a:lnSpc>
              <a:defRPr sz="4000">
                <a:latin typeface="Gill Sans Nova Light" panose="020B0302020104020203" pitchFamily="34" charset="0"/>
              </a:defRPr>
            </a:lvl1pPr>
          </a:lstStyle>
          <a:p>
            <a:r>
              <a:rPr lang="en-GB" dirty="0"/>
              <a:t>Click to edit Master title style</a:t>
            </a:r>
          </a:p>
        </p:txBody>
      </p:sp>
      <p:sp>
        <p:nvSpPr>
          <p:cNvPr id="7" name="Text Placeholder 6">
            <a:extLst>
              <a:ext uri="{FF2B5EF4-FFF2-40B4-BE49-F238E27FC236}">
                <a16:creationId xmlns:a16="http://schemas.microsoft.com/office/drawing/2014/main" id="{D3654089-CB0E-4321-8557-8E0B4ACD847A}"/>
              </a:ext>
            </a:extLst>
          </p:cNvPr>
          <p:cNvSpPr>
            <a:spLocks noGrp="1"/>
          </p:cNvSpPr>
          <p:nvPr>
            <p:ph type="body" sz="quarter" idx="10"/>
          </p:nvPr>
        </p:nvSpPr>
        <p:spPr>
          <a:xfrm>
            <a:off x="831027" y="3123868"/>
            <a:ext cx="3650486" cy="1356057"/>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p>
        </p:txBody>
      </p:sp>
    </p:spTree>
    <p:extLst>
      <p:ext uri="{BB962C8B-B14F-4D97-AF65-F5344CB8AC3E}">
        <p14:creationId xmlns:p14="http://schemas.microsoft.com/office/powerpoint/2010/main" val="1505765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Slide 2">
    <p:bg>
      <p:bgPr>
        <a:solidFill>
          <a:schemeClr val="bg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69B6FC2A-29C4-4742-B32D-604659C0CB22}"/>
              </a:ext>
            </a:extLst>
          </p:cNvPr>
          <p:cNvSpPr txBox="1"/>
          <p:nvPr userDrawn="1"/>
        </p:nvSpPr>
        <p:spPr>
          <a:xfrm>
            <a:off x="828000" y="4613375"/>
            <a:ext cx="1997563" cy="153888"/>
          </a:xfrm>
          <a:prstGeom prst="rect">
            <a:avLst/>
          </a:prstGeom>
          <a:noFill/>
        </p:spPr>
        <p:txBody>
          <a:bodyPr wrap="square" lIns="0" tIns="0" rIns="0" bIns="0" rtlCol="0">
            <a:spAutoFit/>
          </a:bodyPr>
          <a:lstStyle/>
          <a:p>
            <a:pPr algn="l"/>
            <a:r>
              <a:rPr lang="en-GB" sz="1000" dirty="0">
                <a:solidFill>
                  <a:schemeClr val="tx1"/>
                </a:solidFill>
              </a:rPr>
              <a:t>From </a:t>
            </a:r>
            <a:r>
              <a:rPr lang="en-GB" sz="1000" dirty="0" err="1">
                <a:solidFill>
                  <a:schemeClr val="tx1"/>
                </a:solidFill>
              </a:rPr>
              <a:t>insight</a:t>
            </a:r>
            <a:r>
              <a:rPr lang="en-GB" sz="1000" dirty="0">
                <a:solidFill>
                  <a:schemeClr val="tx1"/>
                </a:solidFill>
              </a:rPr>
              <a:t> </a:t>
            </a:r>
            <a:r>
              <a:rPr lang="en-GB" sz="1000" dirty="0" err="1">
                <a:solidFill>
                  <a:schemeClr val="tx1"/>
                </a:solidFill>
              </a:rPr>
              <a:t>to</a:t>
            </a:r>
            <a:r>
              <a:rPr lang="en-GB" sz="1000" dirty="0">
                <a:solidFill>
                  <a:schemeClr val="tx1"/>
                </a:solidFill>
              </a:rPr>
              <a:t> </a:t>
            </a:r>
            <a:r>
              <a:rPr lang="en-GB" sz="1000" dirty="0" err="1">
                <a:solidFill>
                  <a:schemeClr val="tx1"/>
                </a:solidFill>
              </a:rPr>
              <a:t>impact</a:t>
            </a:r>
            <a:r>
              <a:rPr lang="en-GB" sz="1000" dirty="0">
                <a:solidFill>
                  <a:schemeClr val="tx1"/>
                </a:solidFill>
              </a:rPr>
              <a:t>.</a:t>
            </a:r>
          </a:p>
        </p:txBody>
      </p:sp>
      <p:sp>
        <p:nvSpPr>
          <p:cNvPr id="6" name="Picture Placeholder 5">
            <a:extLst>
              <a:ext uri="{FF2B5EF4-FFF2-40B4-BE49-F238E27FC236}">
                <a16:creationId xmlns:a16="http://schemas.microsoft.com/office/drawing/2014/main" id="{1CACC6D5-D1D4-442A-84CB-4AA5E5B9ECDE}"/>
              </a:ext>
            </a:extLst>
          </p:cNvPr>
          <p:cNvSpPr>
            <a:spLocks noGrp="1"/>
          </p:cNvSpPr>
          <p:nvPr>
            <p:ph type="pic" sz="quarter" idx="10"/>
          </p:nvPr>
        </p:nvSpPr>
        <p:spPr>
          <a:xfrm>
            <a:off x="5965200" y="0"/>
            <a:ext cx="3178800" cy="5143500"/>
          </a:xfrm>
        </p:spPr>
        <p:txBody>
          <a:bodyPr/>
          <a:lstStyle/>
          <a:p>
            <a:r>
              <a:rPr lang="en-GB"/>
              <a:t>Click icon to add picture</a:t>
            </a:r>
          </a:p>
        </p:txBody>
      </p:sp>
      <p:pic>
        <p:nvPicPr>
          <p:cNvPr id="668621019" name="Rectangle 8" descr="{&quot;templafy&quot;:{&quot;id&quot;:&quot;595e50e6-f562-4e70-8412-9b3e58d54d40&quot;}}"/>
          <p:cNvPicPr>
            <a:picLocks noChangeAspect="1"/>
          </p:cNvPicPr>
          <p:nvPr/>
        </p:nvPicPr>
        <p:blipFill>
          <a:blip r:embed="rId2"/>
          <a:stretch>
            <a:fillRect/>
          </a:stretch>
        </p:blipFill>
        <p:spPr>
          <a:xfrm>
            <a:off x="358775" y="313025"/>
            <a:ext cx="2221200" cy="460800"/>
          </a:xfrm>
          <a:prstGeom prst="rect">
            <a:avLst/>
          </a:prstGeom>
        </p:spPr>
      </p:pic>
      <p:sp>
        <p:nvSpPr>
          <p:cNvPr id="10" name="Title 4">
            <a:extLst>
              <a:ext uri="{FF2B5EF4-FFF2-40B4-BE49-F238E27FC236}">
                <a16:creationId xmlns:a16="http://schemas.microsoft.com/office/drawing/2014/main" id="{80E529E2-449E-41BE-B0F7-70294EC17C81}"/>
              </a:ext>
            </a:extLst>
          </p:cNvPr>
          <p:cNvSpPr>
            <a:spLocks noGrp="1"/>
          </p:cNvSpPr>
          <p:nvPr>
            <p:ph type="title"/>
          </p:nvPr>
        </p:nvSpPr>
        <p:spPr>
          <a:xfrm>
            <a:off x="827013" y="1276350"/>
            <a:ext cx="4764489" cy="1942874"/>
          </a:xfrm>
        </p:spPr>
        <p:txBody>
          <a:bodyPr anchor="b"/>
          <a:lstStyle>
            <a:lvl1pPr>
              <a:lnSpc>
                <a:spcPts val="4200"/>
              </a:lnSpc>
              <a:defRPr sz="4000">
                <a:latin typeface="Gill Sans Nova Light" panose="020B0302020104020203" pitchFamily="34" charset="0"/>
              </a:defRPr>
            </a:lvl1pPr>
          </a:lstStyle>
          <a:p>
            <a:r>
              <a:rPr lang="en-GB" dirty="0"/>
              <a:t>Click to edit Master title style</a:t>
            </a:r>
          </a:p>
        </p:txBody>
      </p:sp>
      <p:sp>
        <p:nvSpPr>
          <p:cNvPr id="11" name="Text Placeholder 6">
            <a:extLst>
              <a:ext uri="{FF2B5EF4-FFF2-40B4-BE49-F238E27FC236}">
                <a16:creationId xmlns:a16="http://schemas.microsoft.com/office/drawing/2014/main" id="{3CEDF5E3-A68C-469F-902C-69F694A0D4F6}"/>
              </a:ext>
            </a:extLst>
          </p:cNvPr>
          <p:cNvSpPr>
            <a:spLocks noGrp="1"/>
          </p:cNvSpPr>
          <p:nvPr>
            <p:ph type="body" sz="quarter" idx="11"/>
          </p:nvPr>
        </p:nvSpPr>
        <p:spPr>
          <a:xfrm>
            <a:off x="831027" y="3452115"/>
            <a:ext cx="3034391" cy="1027810"/>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endParaRPr lang="en-GB" dirty="0"/>
          </a:p>
        </p:txBody>
      </p:sp>
    </p:spTree>
    <p:extLst>
      <p:ext uri="{BB962C8B-B14F-4D97-AF65-F5344CB8AC3E}">
        <p14:creationId xmlns:p14="http://schemas.microsoft.com/office/powerpoint/2010/main" val="12790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Slide 3">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B100237-7431-49D0-8F7C-9E1F2717B96C}"/>
              </a:ext>
            </a:extLst>
          </p:cNvPr>
          <p:cNvSpPr/>
          <p:nvPr userDrawn="1"/>
        </p:nvSpPr>
        <p:spPr>
          <a:xfrm>
            <a:off x="5761585" y="1624745"/>
            <a:ext cx="2419577" cy="2689737"/>
          </a:xfrm>
          <a:custGeom>
            <a:avLst/>
            <a:gdLst>
              <a:gd name="connsiteX0" fmla="*/ 0 w 1861343"/>
              <a:gd name="connsiteY0" fmla="*/ 0 h 2329962"/>
              <a:gd name="connsiteX1" fmla="*/ 1861343 w 1861343"/>
              <a:gd name="connsiteY1" fmla="*/ 0 h 2329962"/>
              <a:gd name="connsiteX2" fmla="*/ 1861343 w 1861343"/>
              <a:gd name="connsiteY2" fmla="*/ 2329962 h 2329962"/>
              <a:gd name="connsiteX3" fmla="*/ 0 w 1861343"/>
              <a:gd name="connsiteY3" fmla="*/ 2329962 h 2329962"/>
              <a:gd name="connsiteX4" fmla="*/ 0 w 1861343"/>
              <a:gd name="connsiteY4" fmla="*/ 0 h 2329962"/>
              <a:gd name="connsiteX0" fmla="*/ 0 w 3408789"/>
              <a:gd name="connsiteY0" fmla="*/ 852854 h 2329962"/>
              <a:gd name="connsiteX1" fmla="*/ 3408789 w 3408789"/>
              <a:gd name="connsiteY1" fmla="*/ 0 h 2329962"/>
              <a:gd name="connsiteX2" fmla="*/ 3408789 w 3408789"/>
              <a:gd name="connsiteY2" fmla="*/ 2329962 h 2329962"/>
              <a:gd name="connsiteX3" fmla="*/ 1547446 w 3408789"/>
              <a:gd name="connsiteY3" fmla="*/ 2329962 h 2329962"/>
              <a:gd name="connsiteX4" fmla="*/ 0 w 3408789"/>
              <a:gd name="connsiteY4" fmla="*/ 852854 h 2329962"/>
              <a:gd name="connsiteX0" fmla="*/ 0 w 3408789"/>
              <a:gd name="connsiteY0" fmla="*/ 852854 h 3516924"/>
              <a:gd name="connsiteX1" fmla="*/ 3408789 w 3408789"/>
              <a:gd name="connsiteY1" fmla="*/ 0 h 3516924"/>
              <a:gd name="connsiteX2" fmla="*/ 3408789 w 3408789"/>
              <a:gd name="connsiteY2" fmla="*/ 2329962 h 3516924"/>
              <a:gd name="connsiteX3" fmla="*/ 483577 w 3408789"/>
              <a:gd name="connsiteY3" fmla="*/ 3516924 h 3516924"/>
              <a:gd name="connsiteX4" fmla="*/ 0 w 3408789"/>
              <a:gd name="connsiteY4" fmla="*/ 852854 h 3516924"/>
              <a:gd name="connsiteX0" fmla="*/ 0 w 3417582"/>
              <a:gd name="connsiteY0" fmla="*/ 852854 h 3789485"/>
              <a:gd name="connsiteX1" fmla="*/ 3408789 w 3417582"/>
              <a:gd name="connsiteY1" fmla="*/ 0 h 3789485"/>
              <a:gd name="connsiteX2" fmla="*/ 3417582 w 3417582"/>
              <a:gd name="connsiteY2" fmla="*/ 3789485 h 3789485"/>
              <a:gd name="connsiteX3" fmla="*/ 483577 w 3417582"/>
              <a:gd name="connsiteY3" fmla="*/ 3516924 h 3789485"/>
              <a:gd name="connsiteX4" fmla="*/ 0 w 3417582"/>
              <a:gd name="connsiteY4" fmla="*/ 852854 h 3789485"/>
              <a:gd name="connsiteX0" fmla="*/ 0 w 3417582"/>
              <a:gd name="connsiteY0" fmla="*/ 852854 h 3789485"/>
              <a:gd name="connsiteX1" fmla="*/ 3408789 w 3417582"/>
              <a:gd name="connsiteY1" fmla="*/ 0 h 3789485"/>
              <a:gd name="connsiteX2" fmla="*/ 3417582 w 3417582"/>
              <a:gd name="connsiteY2" fmla="*/ 3789485 h 3789485"/>
              <a:gd name="connsiteX3" fmla="*/ 501162 w 3417582"/>
              <a:gd name="connsiteY3" fmla="*/ 3570549 h 3789485"/>
              <a:gd name="connsiteX4" fmla="*/ 0 w 3417582"/>
              <a:gd name="connsiteY4" fmla="*/ 852854 h 3789485"/>
              <a:gd name="connsiteX0" fmla="*/ 0 w 3408789"/>
              <a:gd name="connsiteY0" fmla="*/ 852854 h 3852049"/>
              <a:gd name="connsiteX1" fmla="*/ 3408789 w 3408789"/>
              <a:gd name="connsiteY1" fmla="*/ 0 h 3852049"/>
              <a:gd name="connsiteX2" fmla="*/ 3399997 w 3408789"/>
              <a:gd name="connsiteY2" fmla="*/ 3852049 h 3852049"/>
              <a:gd name="connsiteX3" fmla="*/ 501162 w 3408789"/>
              <a:gd name="connsiteY3" fmla="*/ 3570549 h 3852049"/>
              <a:gd name="connsiteX4" fmla="*/ 0 w 3408789"/>
              <a:gd name="connsiteY4" fmla="*/ 852854 h 3852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8789" h="3852049">
                <a:moveTo>
                  <a:pt x="0" y="852854"/>
                </a:moveTo>
                <a:lnTo>
                  <a:pt x="3408789" y="0"/>
                </a:lnTo>
                <a:cubicBezTo>
                  <a:pt x="3405858" y="1284016"/>
                  <a:pt x="3402928" y="2568033"/>
                  <a:pt x="3399997" y="3852049"/>
                </a:cubicBezTo>
                <a:lnTo>
                  <a:pt x="501162" y="3570549"/>
                </a:lnTo>
                <a:lnTo>
                  <a:pt x="0" y="852854"/>
                </a:lnTo>
                <a:close/>
              </a:path>
            </a:pathLst>
          </a:custGeom>
          <a:no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DF9714C5-06E3-4370-A728-9DC7B080DE43}"/>
              </a:ext>
            </a:extLst>
          </p:cNvPr>
          <p:cNvSpPr txBox="1"/>
          <p:nvPr userDrawn="1"/>
        </p:nvSpPr>
        <p:spPr>
          <a:xfrm>
            <a:off x="6787662" y="4613375"/>
            <a:ext cx="1997563" cy="153888"/>
          </a:xfrm>
          <a:prstGeom prst="rect">
            <a:avLst/>
          </a:prstGeom>
          <a:noFill/>
        </p:spPr>
        <p:txBody>
          <a:bodyPr wrap="square" lIns="0" tIns="0" rIns="0" bIns="0" rtlCol="0">
            <a:spAutoFit/>
          </a:bodyPr>
          <a:lstStyle/>
          <a:p>
            <a:pPr algn="r"/>
            <a:r>
              <a:rPr lang="en-GB" sz="1000" dirty="0">
                <a:solidFill>
                  <a:schemeClr val="tx1"/>
                </a:solidFill>
              </a:rPr>
              <a:t>From </a:t>
            </a:r>
            <a:r>
              <a:rPr lang="en-GB" sz="1000" dirty="0" err="1">
                <a:solidFill>
                  <a:schemeClr val="tx1"/>
                </a:solidFill>
              </a:rPr>
              <a:t>insight</a:t>
            </a:r>
            <a:r>
              <a:rPr lang="en-GB" sz="1000" dirty="0">
                <a:solidFill>
                  <a:schemeClr val="tx1"/>
                </a:solidFill>
              </a:rPr>
              <a:t> </a:t>
            </a:r>
            <a:r>
              <a:rPr lang="en-GB" sz="1000" dirty="0" err="1">
                <a:solidFill>
                  <a:schemeClr val="tx1"/>
                </a:solidFill>
              </a:rPr>
              <a:t>to</a:t>
            </a:r>
            <a:r>
              <a:rPr lang="en-GB" sz="1000" dirty="0">
                <a:solidFill>
                  <a:schemeClr val="tx1"/>
                </a:solidFill>
              </a:rPr>
              <a:t> </a:t>
            </a:r>
            <a:r>
              <a:rPr lang="en-GB" sz="1000" dirty="0" err="1">
                <a:solidFill>
                  <a:schemeClr val="tx1"/>
                </a:solidFill>
              </a:rPr>
              <a:t>impact</a:t>
            </a:r>
            <a:r>
              <a:rPr lang="en-GB" sz="1000" dirty="0">
                <a:solidFill>
                  <a:schemeClr val="tx1"/>
                </a:solidFill>
              </a:rPr>
              <a:t>.</a:t>
            </a:r>
          </a:p>
        </p:txBody>
      </p:sp>
      <p:pic>
        <p:nvPicPr>
          <p:cNvPr id="1668710913" name="Rectangle 7" descr="{&quot;templafy&quot;:{&quot;id&quot;:&quot;4e7e3c8a-6e06-4468-a348-0ba7b10c4800&quot;}}"/>
          <p:cNvPicPr>
            <a:picLocks noChangeAspect="1"/>
          </p:cNvPicPr>
          <p:nvPr/>
        </p:nvPicPr>
        <p:blipFill>
          <a:blip r:embed="rId2"/>
          <a:stretch>
            <a:fillRect/>
          </a:stretch>
        </p:blipFill>
        <p:spPr>
          <a:xfrm>
            <a:off x="358775" y="313025"/>
            <a:ext cx="2221200" cy="460800"/>
          </a:xfrm>
          <a:prstGeom prst="rect">
            <a:avLst/>
          </a:prstGeom>
        </p:spPr>
      </p:pic>
      <p:sp>
        <p:nvSpPr>
          <p:cNvPr id="13" name="Title 4">
            <a:extLst>
              <a:ext uri="{FF2B5EF4-FFF2-40B4-BE49-F238E27FC236}">
                <a16:creationId xmlns:a16="http://schemas.microsoft.com/office/drawing/2014/main" id="{77013848-41F0-44AD-9301-BEF9A1A4878E}"/>
              </a:ext>
            </a:extLst>
          </p:cNvPr>
          <p:cNvSpPr>
            <a:spLocks noGrp="1"/>
          </p:cNvSpPr>
          <p:nvPr>
            <p:ph type="title"/>
          </p:nvPr>
        </p:nvSpPr>
        <p:spPr>
          <a:xfrm>
            <a:off x="827013" y="1276350"/>
            <a:ext cx="4503600" cy="1942874"/>
          </a:xfrm>
        </p:spPr>
        <p:txBody>
          <a:bodyPr anchor="b"/>
          <a:lstStyle>
            <a:lvl1pPr>
              <a:lnSpc>
                <a:spcPts val="4200"/>
              </a:lnSpc>
              <a:defRPr sz="4000">
                <a:latin typeface="Gill Sans Nova Light" panose="020B0302020104020203" pitchFamily="34" charset="0"/>
              </a:defRPr>
            </a:lvl1pPr>
          </a:lstStyle>
          <a:p>
            <a:r>
              <a:rPr lang="en-GB" dirty="0"/>
              <a:t>Click to edit Master title style</a:t>
            </a:r>
          </a:p>
        </p:txBody>
      </p:sp>
      <p:sp>
        <p:nvSpPr>
          <p:cNvPr id="14" name="Text Placeholder 6">
            <a:extLst>
              <a:ext uri="{FF2B5EF4-FFF2-40B4-BE49-F238E27FC236}">
                <a16:creationId xmlns:a16="http://schemas.microsoft.com/office/drawing/2014/main" id="{8245421C-670F-4227-B79D-994FE547F9A2}"/>
              </a:ext>
            </a:extLst>
          </p:cNvPr>
          <p:cNvSpPr>
            <a:spLocks noGrp="1"/>
          </p:cNvSpPr>
          <p:nvPr>
            <p:ph type="body" sz="quarter" idx="11"/>
          </p:nvPr>
        </p:nvSpPr>
        <p:spPr>
          <a:xfrm>
            <a:off x="831027" y="3452115"/>
            <a:ext cx="3650486" cy="1027810"/>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endParaRPr lang="en-GB" dirty="0"/>
          </a:p>
        </p:txBody>
      </p:sp>
      <p:sp>
        <p:nvSpPr>
          <p:cNvPr id="3" name="Bildplatzhalter 2">
            <a:extLst>
              <a:ext uri="{FF2B5EF4-FFF2-40B4-BE49-F238E27FC236}">
                <a16:creationId xmlns:a16="http://schemas.microsoft.com/office/drawing/2014/main" id="{A334A812-F883-AF52-F92E-916B48E7D3E0}"/>
              </a:ext>
            </a:extLst>
          </p:cNvPr>
          <p:cNvSpPr>
            <a:spLocks noGrp="1"/>
          </p:cNvSpPr>
          <p:nvPr>
            <p:ph type="pic" sz="quarter" idx="12"/>
          </p:nvPr>
        </p:nvSpPr>
        <p:spPr>
          <a:xfrm>
            <a:off x="5752800" y="447950"/>
            <a:ext cx="3404886" cy="3798786"/>
          </a:xfrm>
          <a:custGeom>
            <a:avLst/>
            <a:gdLst>
              <a:gd name="connsiteX0" fmla="*/ 0 w 3392932"/>
              <a:gd name="connsiteY0" fmla="*/ 0 h 3804762"/>
              <a:gd name="connsiteX1" fmla="*/ 3392932 w 3392932"/>
              <a:gd name="connsiteY1" fmla="*/ 0 h 3804762"/>
              <a:gd name="connsiteX2" fmla="*/ 3392932 w 3392932"/>
              <a:gd name="connsiteY2" fmla="*/ 3804762 h 3804762"/>
              <a:gd name="connsiteX3" fmla="*/ 0 w 3392932"/>
              <a:gd name="connsiteY3" fmla="*/ 3804762 h 3804762"/>
              <a:gd name="connsiteX4" fmla="*/ 0 w 3392932"/>
              <a:gd name="connsiteY4" fmla="*/ 0 h 3804762"/>
              <a:gd name="connsiteX0" fmla="*/ 741082 w 3392932"/>
              <a:gd name="connsiteY0" fmla="*/ 753035 h 3804762"/>
              <a:gd name="connsiteX1" fmla="*/ 3392932 w 3392932"/>
              <a:gd name="connsiteY1" fmla="*/ 0 h 3804762"/>
              <a:gd name="connsiteX2" fmla="*/ 3392932 w 3392932"/>
              <a:gd name="connsiteY2" fmla="*/ 3804762 h 3804762"/>
              <a:gd name="connsiteX3" fmla="*/ 0 w 3392932"/>
              <a:gd name="connsiteY3" fmla="*/ 3804762 h 3804762"/>
              <a:gd name="connsiteX4" fmla="*/ 741082 w 3392932"/>
              <a:gd name="connsiteY4" fmla="*/ 753035 h 3804762"/>
              <a:gd name="connsiteX0" fmla="*/ 0 w 2651850"/>
              <a:gd name="connsiteY0" fmla="*/ 753035 h 3804762"/>
              <a:gd name="connsiteX1" fmla="*/ 2651850 w 2651850"/>
              <a:gd name="connsiteY1" fmla="*/ 0 h 3804762"/>
              <a:gd name="connsiteX2" fmla="*/ 2651850 w 2651850"/>
              <a:gd name="connsiteY2" fmla="*/ 3804762 h 3804762"/>
              <a:gd name="connsiteX3" fmla="*/ 29883 w 2651850"/>
              <a:gd name="connsiteY3" fmla="*/ 3380433 h 3804762"/>
              <a:gd name="connsiteX4" fmla="*/ 0 w 2651850"/>
              <a:gd name="connsiteY4" fmla="*/ 753035 h 3804762"/>
              <a:gd name="connsiteX0" fmla="*/ 239058 w 2890908"/>
              <a:gd name="connsiteY0" fmla="*/ 753035 h 3804762"/>
              <a:gd name="connsiteX1" fmla="*/ 2890908 w 2890908"/>
              <a:gd name="connsiteY1" fmla="*/ 0 h 3804762"/>
              <a:gd name="connsiteX2" fmla="*/ 2890908 w 2890908"/>
              <a:gd name="connsiteY2" fmla="*/ 3804762 h 3804762"/>
              <a:gd name="connsiteX3" fmla="*/ 0 w 2890908"/>
              <a:gd name="connsiteY3" fmla="*/ 3517892 h 3804762"/>
              <a:gd name="connsiteX4" fmla="*/ 239058 w 2890908"/>
              <a:gd name="connsiteY4" fmla="*/ 753035 h 3804762"/>
              <a:gd name="connsiteX0" fmla="*/ 0 w 3410862"/>
              <a:gd name="connsiteY0" fmla="*/ 842682 h 3804762"/>
              <a:gd name="connsiteX1" fmla="*/ 3410862 w 3410862"/>
              <a:gd name="connsiteY1" fmla="*/ 0 h 3804762"/>
              <a:gd name="connsiteX2" fmla="*/ 3410862 w 3410862"/>
              <a:gd name="connsiteY2" fmla="*/ 3804762 h 3804762"/>
              <a:gd name="connsiteX3" fmla="*/ 519954 w 3410862"/>
              <a:gd name="connsiteY3" fmla="*/ 3517892 h 3804762"/>
              <a:gd name="connsiteX4" fmla="*/ 0 w 3410862"/>
              <a:gd name="connsiteY4" fmla="*/ 842682 h 3804762"/>
              <a:gd name="connsiteX0" fmla="*/ 0 w 3410862"/>
              <a:gd name="connsiteY0" fmla="*/ 842682 h 3517892"/>
              <a:gd name="connsiteX1" fmla="*/ 3410862 w 3410862"/>
              <a:gd name="connsiteY1" fmla="*/ 0 h 3517892"/>
              <a:gd name="connsiteX2" fmla="*/ 3034344 w 3410862"/>
              <a:gd name="connsiteY2" fmla="*/ 3398362 h 3517892"/>
              <a:gd name="connsiteX3" fmla="*/ 519954 w 3410862"/>
              <a:gd name="connsiteY3" fmla="*/ 3517892 h 3517892"/>
              <a:gd name="connsiteX4" fmla="*/ 0 w 3410862"/>
              <a:gd name="connsiteY4" fmla="*/ 842682 h 3517892"/>
              <a:gd name="connsiteX0" fmla="*/ 0 w 3410862"/>
              <a:gd name="connsiteY0" fmla="*/ 842682 h 3774879"/>
              <a:gd name="connsiteX1" fmla="*/ 3410862 w 3410862"/>
              <a:gd name="connsiteY1" fmla="*/ 0 h 3774879"/>
              <a:gd name="connsiteX2" fmla="*/ 3410862 w 3410862"/>
              <a:gd name="connsiteY2" fmla="*/ 3774879 h 3774879"/>
              <a:gd name="connsiteX3" fmla="*/ 519954 w 3410862"/>
              <a:gd name="connsiteY3" fmla="*/ 3517892 h 3774879"/>
              <a:gd name="connsiteX4" fmla="*/ 0 w 3410862"/>
              <a:gd name="connsiteY4" fmla="*/ 842682 h 3774879"/>
              <a:gd name="connsiteX0" fmla="*/ 0 w 3410862"/>
              <a:gd name="connsiteY0" fmla="*/ 842682 h 3810738"/>
              <a:gd name="connsiteX1" fmla="*/ 3410862 w 3410862"/>
              <a:gd name="connsiteY1" fmla="*/ 0 h 3810738"/>
              <a:gd name="connsiteX2" fmla="*/ 3404886 w 3410862"/>
              <a:gd name="connsiteY2" fmla="*/ 3810738 h 3810738"/>
              <a:gd name="connsiteX3" fmla="*/ 519954 w 3410862"/>
              <a:gd name="connsiteY3" fmla="*/ 3517892 h 3810738"/>
              <a:gd name="connsiteX4" fmla="*/ 0 w 3410862"/>
              <a:gd name="connsiteY4" fmla="*/ 842682 h 3810738"/>
              <a:gd name="connsiteX0" fmla="*/ 0 w 3404886"/>
              <a:gd name="connsiteY0" fmla="*/ 280894 h 3248950"/>
              <a:gd name="connsiteX1" fmla="*/ 3135945 w 3404886"/>
              <a:gd name="connsiteY1" fmla="*/ 0 h 3248950"/>
              <a:gd name="connsiteX2" fmla="*/ 3404886 w 3404886"/>
              <a:gd name="connsiteY2" fmla="*/ 3248950 h 3248950"/>
              <a:gd name="connsiteX3" fmla="*/ 519954 w 3404886"/>
              <a:gd name="connsiteY3" fmla="*/ 2956104 h 3248950"/>
              <a:gd name="connsiteX4" fmla="*/ 0 w 3404886"/>
              <a:gd name="connsiteY4" fmla="*/ 280894 h 3248950"/>
              <a:gd name="connsiteX0" fmla="*/ 0 w 3404886"/>
              <a:gd name="connsiteY0" fmla="*/ 830730 h 3798786"/>
              <a:gd name="connsiteX1" fmla="*/ 3404886 w 3404886"/>
              <a:gd name="connsiteY1" fmla="*/ 0 h 3798786"/>
              <a:gd name="connsiteX2" fmla="*/ 3404886 w 3404886"/>
              <a:gd name="connsiteY2" fmla="*/ 3798786 h 3798786"/>
              <a:gd name="connsiteX3" fmla="*/ 519954 w 3404886"/>
              <a:gd name="connsiteY3" fmla="*/ 3505940 h 3798786"/>
              <a:gd name="connsiteX4" fmla="*/ 0 w 3404886"/>
              <a:gd name="connsiteY4" fmla="*/ 830730 h 3798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04886" h="3798786">
                <a:moveTo>
                  <a:pt x="0" y="830730"/>
                </a:moveTo>
                <a:lnTo>
                  <a:pt x="3404886" y="0"/>
                </a:lnTo>
                <a:lnTo>
                  <a:pt x="3404886" y="3798786"/>
                </a:lnTo>
                <a:lnTo>
                  <a:pt x="519954" y="3505940"/>
                </a:lnTo>
                <a:lnTo>
                  <a:pt x="0" y="830730"/>
                </a:lnTo>
                <a:close/>
              </a:path>
            </a:pathLst>
          </a:custGeom>
          <a:solidFill>
            <a:schemeClr val="accent2"/>
          </a:solidFill>
          <a:ln>
            <a:noFill/>
          </a:ln>
        </p:spPr>
        <p:txBody>
          <a:bodyPr/>
          <a:lstStyle/>
          <a:p>
            <a:endParaRPr lang="en-GB" dirty="0"/>
          </a:p>
        </p:txBody>
      </p:sp>
    </p:spTree>
    <p:extLst>
      <p:ext uri="{BB962C8B-B14F-4D97-AF65-F5344CB8AC3E}">
        <p14:creationId xmlns:p14="http://schemas.microsoft.com/office/powerpoint/2010/main" val="1344516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mit Bild">
    <p:spTree>
      <p:nvGrpSpPr>
        <p:cNvPr id="1" name=""/>
        <p:cNvGrpSpPr/>
        <p:nvPr/>
      </p:nvGrpSpPr>
      <p:grpSpPr>
        <a:xfrm>
          <a:off x="0" y="0"/>
          <a:ext cx="0" cy="0"/>
          <a:chOff x="0" y="0"/>
          <a:chExt cx="0" cy="0"/>
        </a:xfrm>
      </p:grpSpPr>
      <p:pic>
        <p:nvPicPr>
          <p:cNvPr id="12" name="Picture 11" descr="A picture containing skating, building, ramp, board&#10;&#10;Description automatically generated">
            <a:extLst>
              <a:ext uri="{FF2B5EF4-FFF2-40B4-BE49-F238E27FC236}">
                <a16:creationId xmlns:a16="http://schemas.microsoft.com/office/drawing/2014/main" id="{71655C6F-D683-4181-8A76-C2CF9E2F41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58763"/>
          <a:stretch/>
        </p:blipFill>
        <p:spPr>
          <a:xfrm>
            <a:off x="5963683" y="0"/>
            <a:ext cx="3180318" cy="5143500"/>
          </a:xfrm>
          <a:prstGeom prst="rect">
            <a:avLst/>
          </a:prstGeom>
        </p:spPr>
      </p:pic>
      <p:sp>
        <p:nvSpPr>
          <p:cNvPr id="7" name="Freeform: Shape 6">
            <a:extLst>
              <a:ext uri="{FF2B5EF4-FFF2-40B4-BE49-F238E27FC236}">
                <a16:creationId xmlns:a16="http://schemas.microsoft.com/office/drawing/2014/main" id="{32FAFF1B-D695-4F04-8B58-692674CF4A5C}"/>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a:xfrm>
            <a:off x="358775" y="376238"/>
            <a:ext cx="5464509" cy="675727"/>
          </a:xfrm>
        </p:spPr>
        <p:txBody>
          <a:bodyPr/>
          <a:lstStyle>
            <a:lvl1pPr>
              <a:lnSpc>
                <a:spcPts val="4400"/>
              </a:lnSpc>
              <a:defRPr sz="4000">
                <a:latin typeface="Gill Sans Nova Light" panose="020B0302020104020203" pitchFamily="34" charset="0"/>
              </a:defRPr>
            </a:lvl1pPr>
          </a:lstStyle>
          <a:p>
            <a:r>
              <a:rPr lang="en-GB" dirty="0"/>
              <a:t>Click to edit Master title style</a:t>
            </a:r>
          </a:p>
        </p:txBody>
      </p:sp>
      <p:sp>
        <p:nvSpPr>
          <p:cNvPr id="5" name="Text Placeholder 4">
            <a:extLst>
              <a:ext uri="{FF2B5EF4-FFF2-40B4-BE49-F238E27FC236}">
                <a16:creationId xmlns:a16="http://schemas.microsoft.com/office/drawing/2014/main" id="{47F3237B-A6D8-401E-A0E8-75ED37DDC0FA}"/>
              </a:ext>
            </a:extLst>
          </p:cNvPr>
          <p:cNvSpPr>
            <a:spLocks noGrp="1"/>
          </p:cNvSpPr>
          <p:nvPr>
            <p:ph type="body" sz="quarter" idx="13" hasCustomPrompt="1"/>
          </p:nvPr>
        </p:nvSpPr>
        <p:spPr>
          <a:xfrm>
            <a:off x="358775" y="1276350"/>
            <a:ext cx="5000404" cy="3203575"/>
          </a:xfrm>
        </p:spPr>
        <p:txBody>
          <a:bodyPr>
            <a:normAutofit/>
          </a:bodyPr>
          <a:lstStyle>
            <a:lvl1pPr marL="396000" indent="-396000">
              <a:spcAft>
                <a:spcPts val="600"/>
              </a:spcAft>
              <a:buFont typeface="+mj-lt"/>
              <a:buAutoNum type="arabicPeriod"/>
              <a:defRPr sz="1600"/>
            </a:lvl1pPr>
            <a:lvl2pPr marL="720000" indent="-288000">
              <a:spcAft>
                <a:spcPts val="400"/>
              </a:spcAft>
              <a:buFont typeface="Arial" panose="020B0604020202020204" pitchFamily="34" charset="0"/>
              <a:buChar char="‒"/>
              <a:defRPr sz="1600"/>
            </a:lvl2pPr>
            <a:lvl3pPr marL="1008000" indent="-288000">
              <a:spcAft>
                <a:spcPts val="400"/>
              </a:spcAft>
              <a:buSzPct val="110000"/>
              <a:buFont typeface="Arial" panose="020B0604020202020204" pitchFamily="34" charset="0"/>
              <a:buChar char="•"/>
              <a:defRPr sz="1600"/>
            </a:lvl3pPr>
            <a:lvl4pPr marL="1296000" indent="-288000">
              <a:spcAft>
                <a:spcPts val="400"/>
              </a:spcAft>
              <a:buFont typeface="Arial" panose="020B0604020202020204" pitchFamily="34" charset="0"/>
              <a:buChar char="◦"/>
              <a:defRPr sz="1600"/>
            </a:lvl4pPr>
            <a:lvl5pPr marL="1296000" indent="-288000">
              <a:spcAft>
                <a:spcPts val="400"/>
              </a:spcAft>
              <a:buFont typeface="Arial" panose="020B0604020202020204" pitchFamily="34" charset="0"/>
              <a:buChar char="◦"/>
              <a:defRPr sz="1600"/>
            </a:lvl5pPr>
            <a:lvl6pPr marL="1296000" indent="-288000">
              <a:defRPr sz="1600"/>
            </a:lvl6pPr>
            <a:lvl7pPr marL="1296000" indent="-288000">
              <a:defRPr sz="1600"/>
            </a:lvl7pPr>
            <a:lvl8pPr marL="1296000" indent="-288000">
              <a:defRPr sz="1600"/>
            </a:lvl8pPr>
            <a:lvl9pPr marL="1296000" indent="-288000">
              <a:defRPr sz="1600"/>
            </a:lvl9pPr>
          </a:lstStyle>
          <a:p>
            <a:pPr lvl="0"/>
            <a:r>
              <a:rPr lang="en-GB" dirty="0"/>
              <a:t>Click to edit Master text styles</a:t>
            </a:r>
            <a:endParaRPr lang="en-GB"/>
          </a:p>
          <a:p>
            <a:pPr lvl="1"/>
            <a:r>
              <a:rPr lang="en-GB" dirty="0" err="1"/>
              <a:t>Zweite</a:t>
            </a:r>
            <a:r>
              <a:rPr lang="en-GB" dirty="0"/>
              <a:t> Ebene</a:t>
            </a:r>
            <a:endParaRPr lang="en-GB"/>
          </a:p>
          <a:p>
            <a:pPr lvl="2"/>
            <a:r>
              <a:rPr lang="en-GB" dirty="0" err="1"/>
              <a:t>Dritte</a:t>
            </a:r>
            <a:r>
              <a:rPr lang="en-GB" dirty="0"/>
              <a:t> Ebene</a:t>
            </a:r>
            <a:endParaRPr lang="en-GB"/>
          </a:p>
          <a:p>
            <a:pPr lvl="3"/>
            <a:r>
              <a:rPr lang="en-GB" dirty="0" err="1"/>
              <a:t>Vierte</a:t>
            </a:r>
            <a:r>
              <a:rPr lang="en-GB" dirty="0"/>
              <a:t> Ebene</a:t>
            </a:r>
            <a:endParaRPr lang="en-GB"/>
          </a:p>
          <a:p>
            <a:pPr lvl="4"/>
            <a:r>
              <a:rPr lang="en-GB" dirty="0" err="1"/>
              <a:t>Fünfte</a:t>
            </a:r>
            <a:r>
              <a:rPr lang="en-GB" dirty="0"/>
              <a:t> Ebene</a:t>
            </a:r>
            <a:endParaRPr lang="en-GB"/>
          </a:p>
          <a:p>
            <a:pPr lvl="5"/>
            <a:r>
              <a:rPr lang="en-GB" dirty="0" err="1"/>
              <a:t>Sechste</a:t>
            </a:r>
            <a:r>
              <a:rPr lang="en-GB" dirty="0"/>
              <a:t> Ebene</a:t>
            </a:r>
            <a:endParaRPr lang="en-GB"/>
          </a:p>
          <a:p>
            <a:pPr lvl="6"/>
            <a:r>
              <a:rPr lang="en-GB" dirty="0" err="1"/>
              <a:t>Siebte</a:t>
            </a:r>
            <a:r>
              <a:rPr lang="en-GB" dirty="0"/>
              <a:t> Ebene</a:t>
            </a:r>
            <a:endParaRPr lang="en-GB"/>
          </a:p>
          <a:p>
            <a:pPr lvl="7"/>
            <a:r>
              <a:rPr lang="en-GB" dirty="0" err="1"/>
              <a:t>Achte</a:t>
            </a:r>
            <a:r>
              <a:rPr lang="en-GB" dirty="0"/>
              <a:t> Ebene</a:t>
            </a:r>
            <a:endParaRPr lang="en-GB"/>
          </a:p>
          <a:p>
            <a:pPr lvl="8"/>
            <a:r>
              <a:rPr lang="en-GB" dirty="0" err="1"/>
              <a:t>Neunte</a:t>
            </a:r>
            <a:r>
              <a:rPr lang="en-GB" dirty="0"/>
              <a:t> Ebene</a:t>
            </a:r>
            <a:endParaRPr lang="en-GB"/>
          </a:p>
        </p:txBody>
      </p:sp>
      <p:sp>
        <p:nvSpPr>
          <p:cNvPr id="6" name="Slide Number Placeholder 5">
            <a:extLst>
              <a:ext uri="{FF2B5EF4-FFF2-40B4-BE49-F238E27FC236}">
                <a16:creationId xmlns:a16="http://schemas.microsoft.com/office/drawing/2014/main" id="{8E64CDDE-58C2-4810-8B30-D17CF249E28D}"/>
              </a:ext>
            </a:extLst>
          </p:cNvPr>
          <p:cNvSpPr>
            <a:spLocks noGrp="1"/>
          </p:cNvSpPr>
          <p:nvPr>
            <p:ph type="sldNum" sz="quarter" idx="16"/>
          </p:nvPr>
        </p:nvSpPr>
        <p:spPr/>
        <p:txBody>
          <a:bodyPr/>
          <a:lstStyle/>
          <a:p>
            <a:fld id="{7559FC98-AF75-4A00-A03C-DF9FEBF6BCB9}" type="slidenum">
              <a:rPr lang="en-GB" smtClean="0"/>
              <a:pPr/>
              <a:t>‹#›</a:t>
            </a:fld>
            <a:endParaRPr lang="en-GB" dirty="0"/>
          </a:p>
        </p:txBody>
      </p:sp>
      <p:sp>
        <p:nvSpPr>
          <p:cNvPr id="8" name="Rectangle 7" descr="{&quot;templafy&quot;:{&quot;id&quot;:&quot;69582c92-e5c7-4749-97ef-47cc4b58fa8b&quot;}}">
            <a:extLst>
              <a:ext uri="{FF2B5EF4-FFF2-40B4-BE49-F238E27FC236}">
                <a16:creationId xmlns:a16="http://schemas.microsoft.com/office/drawing/2014/main" id="{E6F37757-2E2F-45B4-8E6C-0B6588D2DCE2}"/>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10 April 2026</a:t>
            </a:r>
          </a:p>
        </p:txBody>
      </p:sp>
      <p:sp>
        <p:nvSpPr>
          <p:cNvPr id="10" name="Rectangle 9" descr="{&quot;templafy&quot;:{&quot;id&quot;:&quot;4ee707e9-0b9f-42e6-bfac-8cfa418e9d62&quot;}}">
            <a:extLst>
              <a:ext uri="{FF2B5EF4-FFF2-40B4-BE49-F238E27FC236}">
                <a16:creationId xmlns:a16="http://schemas.microsoft.com/office/drawing/2014/main" id="{AA1C14F3-85E4-47DF-A8F9-0A6C945C6727}"/>
              </a:ext>
            </a:extLst>
          </p:cNvPr>
          <p:cNvSpPr/>
          <p:nvPr userDrawn="1"/>
        </p:nvSpPr>
        <p:spPr>
          <a:xfrm>
            <a:off x="2516261" y="4767263"/>
            <a:ext cx="3307023"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dirty="0">
              <a:solidFill>
                <a:schemeClr val="tx1"/>
              </a:solidFill>
            </a:endParaRPr>
          </a:p>
        </p:txBody>
      </p:sp>
      <p:pic>
        <p:nvPicPr>
          <p:cNvPr id="86902744" name="Rectangle 10" descr="{&quot;templafy&quot;:{&quot;id&quot;:&quot;b710521b-d63f-429f-a075-a52a6cb7c897&quot;}}"/>
          <p:cNvPicPr>
            <a:picLocks noChangeAspect="1"/>
          </p:cNvPicPr>
          <p:nvPr/>
        </p:nvPicPr>
        <p:blipFill>
          <a:blip r:embed="rId3"/>
          <a:stretch>
            <a:fillRect/>
          </a:stretch>
        </p:blipFill>
        <p:spPr>
          <a:xfrm>
            <a:off x="358775" y="4668427"/>
            <a:ext cx="1026000" cy="212400"/>
          </a:xfrm>
          <a:prstGeom prst="rect">
            <a:avLst/>
          </a:prstGeom>
        </p:spPr>
      </p:pic>
      <p:sp>
        <p:nvSpPr>
          <p:cNvPr id="13" name="Rectangle 12" descr="{&quot;templafy&quot;:{&quot;id&quot;:&quot;4c8a9ee4-f540-4aa0-9380-f692b4e2dcc6&quot;}}" hidden="1">
            <a:extLst>
              <a:ext uri="{FF2B5EF4-FFF2-40B4-BE49-F238E27FC236}">
                <a16:creationId xmlns:a16="http://schemas.microsoft.com/office/drawing/2014/main" id="{829DC8B1-9D54-4E8C-B174-7B9355FD57F9}"/>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Computer Science (SCS-HSG)</a:t>
            </a:r>
          </a:p>
        </p:txBody>
      </p:sp>
    </p:spTree>
    <p:extLst>
      <p:ext uri="{BB962C8B-B14F-4D97-AF65-F5344CB8AC3E}">
        <p14:creationId xmlns:p14="http://schemas.microsoft.com/office/powerpoint/2010/main" val="2341394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apiteltrenner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88CA-EB6E-49E8-8E20-86448C5223EB}"/>
              </a:ext>
            </a:extLst>
          </p:cNvPr>
          <p:cNvSpPr>
            <a:spLocks noGrp="1"/>
          </p:cNvSpPr>
          <p:nvPr>
            <p:ph type="title"/>
          </p:nvPr>
        </p:nvSpPr>
        <p:spPr>
          <a:xfrm>
            <a:off x="1548000" y="376238"/>
            <a:ext cx="7237225" cy="2496171"/>
          </a:xfrm>
        </p:spPr>
        <p:txBody>
          <a:bodyPr anchor="b">
            <a:normAutofit/>
          </a:bodyPr>
          <a:lstStyle>
            <a:lvl1pPr marL="0" indent="0" algn="l">
              <a:lnSpc>
                <a:spcPts val="5200"/>
              </a:lnSpc>
              <a:buFont typeface="+mj-lt"/>
              <a:buNone/>
              <a:defRPr sz="5000">
                <a:solidFill>
                  <a:schemeClr val="bg2"/>
                </a:solidFill>
                <a:latin typeface="Gill Sans Nova Light" panose="020B0302020104020203" pitchFamily="34" charset="0"/>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p:nvPr>
        </p:nvSpPr>
        <p:spPr>
          <a:xfrm>
            <a:off x="1548000" y="3001618"/>
            <a:ext cx="6025617" cy="1478308"/>
          </a:xfrm>
        </p:spPr>
        <p:txBody>
          <a:bodyPr>
            <a:normAutofit/>
          </a:bodyPr>
          <a:lstStyle>
            <a:lvl1pPr marL="0" indent="0">
              <a:buNone/>
              <a:defRPr sz="2400">
                <a:solidFill>
                  <a:schemeClr val="bg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Freeform: Shape 3">
            <a:extLst>
              <a:ext uri="{FF2B5EF4-FFF2-40B4-BE49-F238E27FC236}">
                <a16:creationId xmlns:a16="http://schemas.microsoft.com/office/drawing/2014/main" id="{AA3A5247-554A-42FF-BCCF-A11D65465AA4}"/>
              </a:ext>
            </a:extLst>
          </p:cNvPr>
          <p:cNvSpPr>
            <a:spLocks noChangeAspect="1"/>
          </p:cNvSpPr>
          <p:nvPr userDrawn="1"/>
        </p:nvSpPr>
        <p:spPr>
          <a:xfrm>
            <a:off x="4572001" y="3166310"/>
            <a:ext cx="4572000" cy="5009983"/>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67247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renner 2">
    <p:bg>
      <p:bgPr>
        <a:solidFill>
          <a:schemeClr val="bg2"/>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DC68F798-C07C-4BF8-8573-0552735B83EA}"/>
              </a:ext>
            </a:extLst>
          </p:cNvPr>
          <p:cNvSpPr>
            <a:spLocks noGrp="1"/>
          </p:cNvSpPr>
          <p:nvPr>
            <p:ph type="pic" sz="quarter" idx="11"/>
          </p:nvPr>
        </p:nvSpPr>
        <p:spPr>
          <a:xfrm>
            <a:off x="0" y="0"/>
            <a:ext cx="9144000" cy="5143500"/>
          </a:xfrm>
        </p:spPr>
        <p:txBody>
          <a:bodyPr/>
          <a:lstStyle/>
          <a:p>
            <a:r>
              <a:rPr lang="en-GB"/>
              <a:t>Click icon to add picture</a:t>
            </a:r>
          </a:p>
        </p:txBody>
      </p:sp>
      <p:sp>
        <p:nvSpPr>
          <p:cNvPr id="2" name="Title 1">
            <a:extLst>
              <a:ext uri="{FF2B5EF4-FFF2-40B4-BE49-F238E27FC236}">
                <a16:creationId xmlns:a16="http://schemas.microsoft.com/office/drawing/2014/main" id="{874B88CA-EB6E-49E8-8E20-86448C5223EB}"/>
              </a:ext>
            </a:extLst>
          </p:cNvPr>
          <p:cNvSpPr>
            <a:spLocks noGrp="1"/>
          </p:cNvSpPr>
          <p:nvPr>
            <p:ph type="title"/>
          </p:nvPr>
        </p:nvSpPr>
        <p:spPr>
          <a:xfrm>
            <a:off x="1548000" y="376238"/>
            <a:ext cx="7237225" cy="2496171"/>
          </a:xfrm>
        </p:spPr>
        <p:txBody>
          <a:bodyPr anchor="b">
            <a:normAutofit/>
          </a:bodyPr>
          <a:lstStyle>
            <a:lvl1pPr marL="0" indent="0" algn="l">
              <a:lnSpc>
                <a:spcPts val="5200"/>
              </a:lnSpc>
              <a:buFont typeface="+mj-lt"/>
              <a:buNone/>
              <a:defRPr sz="5000">
                <a:solidFill>
                  <a:schemeClr val="tx1"/>
                </a:solidFill>
                <a:latin typeface="Gill Sans Nova Light" panose="020B0302020104020203" pitchFamily="34" charset="0"/>
              </a:defRPr>
            </a:lvl1p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p:nvPr>
        </p:nvSpPr>
        <p:spPr>
          <a:xfrm>
            <a:off x="1548000" y="3001618"/>
            <a:ext cx="6025617" cy="1478308"/>
          </a:xfrm>
        </p:spPr>
        <p:txBody>
          <a:bodyPr>
            <a:normAutofit/>
          </a:bodyPr>
          <a:lstStyle>
            <a:lvl1pPr marL="0" indent="0">
              <a:buNone/>
              <a:defRPr sz="2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Tree>
    <p:extLst>
      <p:ext uri="{BB962C8B-B14F-4D97-AF65-F5344CB8AC3E}">
        <p14:creationId xmlns:p14="http://schemas.microsoft.com/office/powerpoint/2010/main" val="2251138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zwei Conten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5543F47-BCA1-4586-9B7A-452F67C480C8}"/>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CD7A6B4-FE62-49DA-AB92-A00E16DDD412}"/>
              </a:ext>
            </a:extLst>
          </p:cNvPr>
          <p:cNvSpPr>
            <a:spLocks noGrp="1"/>
          </p:cNvSpPr>
          <p:nvPr>
            <p:ph sz="half" idx="1"/>
          </p:nvPr>
        </p:nvSpPr>
        <p:spPr>
          <a:xfrm>
            <a:off x="358776" y="1276349"/>
            <a:ext cx="4122738" cy="3203576"/>
          </a:xfrm>
        </p:spPr>
        <p:txBody>
          <a:bodyPr>
            <a:normAutofit/>
          </a:body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p>
        </p:txBody>
      </p:sp>
      <p:sp>
        <p:nvSpPr>
          <p:cNvPr id="4" name="Content Placeholder 3">
            <a:extLst>
              <a:ext uri="{FF2B5EF4-FFF2-40B4-BE49-F238E27FC236}">
                <a16:creationId xmlns:a16="http://schemas.microsoft.com/office/drawing/2014/main" id="{E44DB25E-F340-4288-90DE-3831A8F49925}"/>
              </a:ext>
            </a:extLst>
          </p:cNvPr>
          <p:cNvSpPr>
            <a:spLocks noGrp="1"/>
          </p:cNvSpPr>
          <p:nvPr>
            <p:ph sz="half" idx="2"/>
          </p:nvPr>
        </p:nvSpPr>
        <p:spPr>
          <a:xfrm>
            <a:off x="4662487" y="1276350"/>
            <a:ext cx="4122737" cy="3203575"/>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2" name="Slide Number Placeholder 11">
            <a:extLst>
              <a:ext uri="{FF2B5EF4-FFF2-40B4-BE49-F238E27FC236}">
                <a16:creationId xmlns:a16="http://schemas.microsoft.com/office/drawing/2014/main" id="{E2CF5E38-DB35-4A9B-8D0E-E97D18CDB2BC}"/>
              </a:ext>
            </a:extLst>
          </p:cNvPr>
          <p:cNvSpPr>
            <a:spLocks noGrp="1"/>
          </p:cNvSpPr>
          <p:nvPr>
            <p:ph type="sldNum" sz="quarter" idx="16"/>
          </p:nvPr>
        </p:nvSpPr>
        <p:spPr/>
        <p:txBody>
          <a:bodyPr/>
          <a:lstStyle/>
          <a:p>
            <a:fld id="{7559FC98-AF75-4A00-A03C-DF9FEBF6BCB9}" type="slidenum">
              <a:rPr lang="en-GB" smtClean="0"/>
              <a:pPr/>
              <a:t>‹#›</a:t>
            </a:fld>
            <a:endParaRPr lang="en-GB" dirty="0"/>
          </a:p>
        </p:txBody>
      </p:sp>
      <p:sp>
        <p:nvSpPr>
          <p:cNvPr id="15" name="Rectangle 14" descr="{&quot;templafy&quot;:{&quot;id&quot;:&quot;843f5766-31d9-4280-a669-00226bb12ba8&quot;}}">
            <a:extLst>
              <a:ext uri="{FF2B5EF4-FFF2-40B4-BE49-F238E27FC236}">
                <a16:creationId xmlns:a16="http://schemas.microsoft.com/office/drawing/2014/main" id="{6247B37A-A555-44A3-BECD-66BD8151E865}"/>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10 April 2026</a:t>
            </a:r>
          </a:p>
        </p:txBody>
      </p:sp>
      <p:pic>
        <p:nvPicPr>
          <p:cNvPr id="504718880" name="Rectangle 4" descr="{&quot;templafy&quot;:{&quot;id&quot;:&quot;9b9e4f3c-de31-4236-8ed4-5b99f4d3cf2e&quot;}}"/>
          <p:cNvPicPr>
            <a:picLocks noChangeAspect="1"/>
          </p:cNvPicPr>
          <p:nvPr/>
        </p:nvPicPr>
        <p:blipFill>
          <a:blip r:embed="rId2"/>
          <a:stretch>
            <a:fillRect/>
          </a:stretch>
        </p:blipFill>
        <p:spPr>
          <a:xfrm>
            <a:off x="358775" y="4668427"/>
            <a:ext cx="1026000" cy="212400"/>
          </a:xfrm>
          <a:prstGeom prst="rect">
            <a:avLst/>
          </a:prstGeom>
        </p:spPr>
      </p:pic>
      <p:sp>
        <p:nvSpPr>
          <p:cNvPr id="6" name="Rectangle 5" descr="{&quot;templafy&quot;:{&quot;id&quot;:&quot;75162e3e-ae53-4b5e-99da-7a45748d34cc&quot;}}">
            <a:extLst>
              <a:ext uri="{FF2B5EF4-FFF2-40B4-BE49-F238E27FC236}">
                <a16:creationId xmlns:a16="http://schemas.microsoft.com/office/drawing/2014/main" id="{4E03CCCD-CB66-429F-BC77-64B5370808F2}"/>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dirty="0">
              <a:solidFill>
                <a:schemeClr val="tx1"/>
              </a:solidFill>
            </a:endParaRPr>
          </a:p>
        </p:txBody>
      </p:sp>
      <p:sp>
        <p:nvSpPr>
          <p:cNvPr id="7" name="Rectangle 6" descr="{&quot;templafy&quot;:{&quot;id&quot;:&quot;4b457ff6-1749-4ff7-9ec1-d06b95bd97c4&quot;}}" hidden="1">
            <a:extLst>
              <a:ext uri="{FF2B5EF4-FFF2-40B4-BE49-F238E27FC236}">
                <a16:creationId xmlns:a16="http://schemas.microsoft.com/office/drawing/2014/main" id="{B915E154-BDC4-452C-BDE7-882BE349B509}"/>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Computer Science (SCS-HSG)</a:t>
            </a:r>
          </a:p>
        </p:txBody>
      </p:sp>
    </p:spTree>
    <p:extLst>
      <p:ext uri="{BB962C8B-B14F-4D97-AF65-F5344CB8AC3E}">
        <p14:creationId xmlns:p14="http://schemas.microsoft.com/office/powerpoint/2010/main" val="850542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Conten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2FAFF1B-D695-4F04-8B58-692674CF4A5C}"/>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p:txBody>
          <a:body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1B1DFF60-9E69-4915-A0DD-67FF253288CC}"/>
              </a:ext>
            </a:extLst>
          </p:cNvPr>
          <p:cNvSpPr>
            <a:spLocks noGrp="1"/>
          </p:cNvSpPr>
          <p:nvPr>
            <p:ph idx="1"/>
          </p:nvPr>
        </p:nvSpPr>
        <p:spPr/>
        <p:txBody>
          <a:bodyPr>
            <a:normAutofit/>
          </a:body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p>
        </p:txBody>
      </p:sp>
      <p:sp>
        <p:nvSpPr>
          <p:cNvPr id="10" name="Slide Number Placeholder 9">
            <a:extLst>
              <a:ext uri="{FF2B5EF4-FFF2-40B4-BE49-F238E27FC236}">
                <a16:creationId xmlns:a16="http://schemas.microsoft.com/office/drawing/2014/main" id="{1CB9FAC9-1E0D-44F5-8B7F-C8D103F40B80}"/>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GB" smtClean="0"/>
              <a:pPr/>
              <a:t>‹#›</a:t>
            </a:fld>
            <a:endParaRPr lang="en-GB" dirty="0"/>
          </a:p>
        </p:txBody>
      </p:sp>
      <p:sp>
        <p:nvSpPr>
          <p:cNvPr id="11" name="Rectangle 10" descr="{&quot;templafy&quot;:{&quot;id&quot;:&quot;56ce75b3-422e-4bea-941a-dc00172cd73f&quot;}}">
            <a:extLst>
              <a:ext uri="{FF2B5EF4-FFF2-40B4-BE49-F238E27FC236}">
                <a16:creationId xmlns:a16="http://schemas.microsoft.com/office/drawing/2014/main" id="{47453508-BA4F-4ACB-B108-B3791E88CD55}"/>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10 April 2026</a:t>
            </a:r>
          </a:p>
        </p:txBody>
      </p:sp>
      <p:pic>
        <p:nvPicPr>
          <p:cNvPr id="563772407" name="Rectangle 11" descr="{&quot;templafy&quot;:{&quot;id&quot;:&quot;ff4a6372-22c5-4dd4-8428-3be358c8e860&quot;}}"/>
          <p:cNvPicPr>
            <a:picLocks noChangeAspect="1"/>
          </p:cNvPicPr>
          <p:nvPr/>
        </p:nvPicPr>
        <p:blipFill>
          <a:blip r:embed="rId2"/>
          <a:stretch>
            <a:fillRect/>
          </a:stretch>
        </p:blipFill>
        <p:spPr>
          <a:xfrm>
            <a:off x="358775" y="4668427"/>
            <a:ext cx="1026000" cy="212400"/>
          </a:xfrm>
          <a:prstGeom prst="rect">
            <a:avLst/>
          </a:prstGeom>
        </p:spPr>
      </p:pic>
      <p:sp>
        <p:nvSpPr>
          <p:cNvPr id="13" name="Rectangle 12" descr="{&quot;templafy&quot;:{&quot;id&quot;:&quot;802336ec-566b-4a3d-896e-7cccb9fe246d&quot;}}">
            <a:extLst>
              <a:ext uri="{FF2B5EF4-FFF2-40B4-BE49-F238E27FC236}">
                <a16:creationId xmlns:a16="http://schemas.microsoft.com/office/drawing/2014/main" id="{B5B29C83-7B2A-4E20-895A-585B8348684F}"/>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dirty="0">
              <a:solidFill>
                <a:schemeClr val="tx1"/>
              </a:solidFill>
            </a:endParaRPr>
          </a:p>
        </p:txBody>
      </p:sp>
      <p:sp>
        <p:nvSpPr>
          <p:cNvPr id="9" name="Rectangle 8" descr="{&quot;templafy&quot;:{&quot;id&quot;:&quot;a2d41398-5271-4cc9-b1dd-66e099bdef04&quot;}}" hidden="1">
            <a:extLst>
              <a:ext uri="{FF2B5EF4-FFF2-40B4-BE49-F238E27FC236}">
                <a16:creationId xmlns:a16="http://schemas.microsoft.com/office/drawing/2014/main" id="{2B2F7145-7DCA-4B3F-A8AE-07622CB5DF8E}"/>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Computer Science (SCS-HSG)</a:t>
            </a:r>
          </a:p>
        </p:txBody>
      </p:sp>
    </p:spTree>
    <p:extLst>
      <p:ext uri="{BB962C8B-B14F-4D97-AF65-F5344CB8AC3E}">
        <p14:creationId xmlns:p14="http://schemas.microsoft.com/office/powerpoint/2010/main" val="4154111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zwei Bil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B4469C7-7D0E-49E1-8F7D-6E7D287176ED}"/>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en-GB"/>
              <a:t>Click to edit Master title style</a:t>
            </a:r>
          </a:p>
        </p:txBody>
      </p:sp>
      <p:sp>
        <p:nvSpPr>
          <p:cNvPr id="7" name="Slide Number Placeholder 6">
            <a:extLst>
              <a:ext uri="{FF2B5EF4-FFF2-40B4-BE49-F238E27FC236}">
                <a16:creationId xmlns:a16="http://schemas.microsoft.com/office/drawing/2014/main" id="{7AD794AC-1E69-4E4D-9E6D-26F34827B225}"/>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p:nvPr>
        </p:nvSpPr>
        <p:spPr>
          <a:xfrm>
            <a:off x="358774" y="1276350"/>
            <a:ext cx="4213225" cy="3203576"/>
          </a:xfrm>
        </p:spPr>
        <p:txBody>
          <a:bodyPr/>
          <a:lstStyle/>
          <a:p>
            <a:r>
              <a:rPr lang="en-GB"/>
              <a:t>Click icon to add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p:nvPr>
        </p:nvSpPr>
        <p:spPr>
          <a:xfrm>
            <a:off x="4572000" y="1276350"/>
            <a:ext cx="4213225" cy="3203575"/>
          </a:xfrm>
        </p:spPr>
        <p:txBody>
          <a:bodyPr/>
          <a:lstStyle/>
          <a:p>
            <a:r>
              <a:rPr lang="en-GB"/>
              <a:t>Click icon to add picture</a:t>
            </a:r>
          </a:p>
        </p:txBody>
      </p:sp>
      <p:sp>
        <p:nvSpPr>
          <p:cNvPr id="12" name="Rectangle 11" descr="{&quot;templafy&quot;:{&quot;id&quot;:&quot;9c2bec1f-485e-44d6-987c-4c2a62826230&quot;}}">
            <a:extLst>
              <a:ext uri="{FF2B5EF4-FFF2-40B4-BE49-F238E27FC236}">
                <a16:creationId xmlns:a16="http://schemas.microsoft.com/office/drawing/2014/main" id="{A6CE9D3B-0E1D-4168-8639-F0D1F5FF77B1}"/>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10 April 2026</a:t>
            </a:r>
          </a:p>
        </p:txBody>
      </p:sp>
      <p:pic>
        <p:nvPicPr>
          <p:cNvPr id="226929661" name="Rectangle 13" descr="{&quot;templafy&quot;:{&quot;id&quot;:&quot;965f1849-534b-4cf0-ad65-b946ad9126d8&quot;}}"/>
          <p:cNvPicPr>
            <a:picLocks noChangeAspect="1"/>
          </p:cNvPicPr>
          <p:nvPr/>
        </p:nvPicPr>
        <p:blipFill>
          <a:blip r:embed="rId2"/>
          <a:stretch>
            <a:fillRect/>
          </a:stretch>
        </p:blipFill>
        <p:spPr>
          <a:xfrm>
            <a:off x="358775" y="4668427"/>
            <a:ext cx="1026000" cy="212400"/>
          </a:xfrm>
          <a:prstGeom prst="rect">
            <a:avLst/>
          </a:prstGeom>
        </p:spPr>
      </p:pic>
      <p:sp>
        <p:nvSpPr>
          <p:cNvPr id="13" name="Rectangle 12" descr="{&quot;templafy&quot;:{&quot;id&quot;:&quot;73b120c8-aa6c-4644-86bc-360261a349b9&quot;}}">
            <a:extLst>
              <a:ext uri="{FF2B5EF4-FFF2-40B4-BE49-F238E27FC236}">
                <a16:creationId xmlns:a16="http://schemas.microsoft.com/office/drawing/2014/main" id="{D1217118-5A25-4DE0-99F7-B3460244BBBE}"/>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dirty="0">
              <a:solidFill>
                <a:schemeClr val="tx1"/>
              </a:solidFill>
            </a:endParaRPr>
          </a:p>
        </p:txBody>
      </p:sp>
      <p:sp>
        <p:nvSpPr>
          <p:cNvPr id="15" name="Rectangle 14" descr="{&quot;templafy&quot;:{&quot;id&quot;:&quot;297fab75-6aaa-4b1a-95bb-193250870530&quot;}}" hidden="1">
            <a:extLst>
              <a:ext uri="{FF2B5EF4-FFF2-40B4-BE49-F238E27FC236}">
                <a16:creationId xmlns:a16="http://schemas.microsoft.com/office/drawing/2014/main" id="{544AC9A2-9666-4133-BC67-BE44B6459332}"/>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Computer Science (SCS-HSG)</a:t>
            </a:r>
          </a:p>
        </p:txBody>
      </p:sp>
    </p:spTree>
    <p:extLst>
      <p:ext uri="{BB962C8B-B14F-4D97-AF65-F5344CB8AC3E}">
        <p14:creationId xmlns:p14="http://schemas.microsoft.com/office/powerpoint/2010/main" val="3479676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Zwei Bilder mit Legende">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FEC9FF2-0829-44EA-809D-F5C42173624F}"/>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6">
            <a:extLst>
              <a:ext uri="{FF2B5EF4-FFF2-40B4-BE49-F238E27FC236}">
                <a16:creationId xmlns:a16="http://schemas.microsoft.com/office/drawing/2014/main" id="{7AD794AC-1E69-4E4D-9E6D-26F34827B225}"/>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p:nvPr>
        </p:nvSpPr>
        <p:spPr>
          <a:xfrm>
            <a:off x="0" y="0"/>
            <a:ext cx="4571999" cy="3887599"/>
          </a:xfrm>
        </p:spPr>
        <p:txBody>
          <a:bodyPr/>
          <a:lstStyle/>
          <a:p>
            <a:r>
              <a:rPr lang="en-GB"/>
              <a:t>Click icon to add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p:nvPr>
        </p:nvSpPr>
        <p:spPr>
          <a:xfrm>
            <a:off x="4572000" y="0"/>
            <a:ext cx="4572000" cy="3887599"/>
          </a:xfrm>
        </p:spPr>
        <p:txBody>
          <a:bodyPr/>
          <a:lstStyle/>
          <a:p>
            <a:r>
              <a:rPr lang="en-GB"/>
              <a:t>Click icon to add picture</a:t>
            </a:r>
          </a:p>
        </p:txBody>
      </p:sp>
      <p:sp>
        <p:nvSpPr>
          <p:cNvPr id="4" name="Text Placeholder 3">
            <a:extLst>
              <a:ext uri="{FF2B5EF4-FFF2-40B4-BE49-F238E27FC236}">
                <a16:creationId xmlns:a16="http://schemas.microsoft.com/office/drawing/2014/main" id="{C19FAD45-6EEE-4522-8CA6-5189DCDD487C}"/>
              </a:ext>
            </a:extLst>
          </p:cNvPr>
          <p:cNvSpPr>
            <a:spLocks noGrp="1"/>
          </p:cNvSpPr>
          <p:nvPr>
            <p:ph type="body" sz="quarter" idx="16"/>
          </p:nvPr>
        </p:nvSpPr>
        <p:spPr>
          <a:xfrm>
            <a:off x="358775" y="3989388"/>
            <a:ext cx="4122738" cy="490537"/>
          </a:xfrm>
        </p:spPr>
        <p:txBody>
          <a:bodyPr anchor="b">
            <a:normAutofit/>
          </a:bodyPr>
          <a:lstStyle>
            <a:lvl1pPr marL="0" indent="0">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GB"/>
              <a:t>Click to edit Master text styles</a:t>
            </a:r>
          </a:p>
        </p:txBody>
      </p:sp>
      <p:sp>
        <p:nvSpPr>
          <p:cNvPr id="12" name="Text Placeholder 3">
            <a:extLst>
              <a:ext uri="{FF2B5EF4-FFF2-40B4-BE49-F238E27FC236}">
                <a16:creationId xmlns:a16="http://schemas.microsoft.com/office/drawing/2014/main" id="{447F9A9E-BA08-4C8F-96E1-0E7C7D71B398}"/>
              </a:ext>
            </a:extLst>
          </p:cNvPr>
          <p:cNvSpPr>
            <a:spLocks noGrp="1"/>
          </p:cNvSpPr>
          <p:nvPr>
            <p:ph type="body" sz="quarter" idx="17"/>
          </p:nvPr>
        </p:nvSpPr>
        <p:spPr>
          <a:xfrm>
            <a:off x="4662487" y="3989387"/>
            <a:ext cx="4122738" cy="490537"/>
          </a:xfrm>
        </p:spPr>
        <p:txBody>
          <a:bodyPr anchor="b">
            <a:normAutofit/>
          </a:bodyPr>
          <a:lstStyle>
            <a:lvl1pPr marL="0" indent="0">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GB"/>
              <a:t>Click to edit Master text styles</a:t>
            </a:r>
          </a:p>
        </p:txBody>
      </p:sp>
      <p:sp>
        <p:nvSpPr>
          <p:cNvPr id="13" name="Rectangle 12" descr="{&quot;templafy&quot;:{&quot;id&quot;:&quot;e4895852-1c5c-4754-a233-3eec028fd2a8&quot;}}">
            <a:extLst>
              <a:ext uri="{FF2B5EF4-FFF2-40B4-BE49-F238E27FC236}">
                <a16:creationId xmlns:a16="http://schemas.microsoft.com/office/drawing/2014/main" id="{9387BB4B-AFF2-4440-B25E-89CDD9B79F05}"/>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10 April 2026</a:t>
            </a:r>
          </a:p>
        </p:txBody>
      </p:sp>
      <p:pic>
        <p:nvPicPr>
          <p:cNvPr id="2053570038" name="Rectangle 14" descr="{&quot;templafy&quot;:{&quot;id&quot;:&quot;d621d8b6-cd2e-463b-982e-d95c5f8a82fb&quot;}}"/>
          <p:cNvPicPr>
            <a:picLocks noChangeAspect="1"/>
          </p:cNvPicPr>
          <p:nvPr/>
        </p:nvPicPr>
        <p:blipFill>
          <a:blip r:embed="rId2"/>
          <a:stretch>
            <a:fillRect/>
          </a:stretch>
        </p:blipFill>
        <p:spPr>
          <a:xfrm>
            <a:off x="358775" y="4668427"/>
            <a:ext cx="1026000" cy="212400"/>
          </a:xfrm>
          <a:prstGeom prst="rect">
            <a:avLst/>
          </a:prstGeom>
        </p:spPr>
      </p:pic>
      <p:sp>
        <p:nvSpPr>
          <p:cNvPr id="14" name="Rectangle 13" descr="{&quot;templafy&quot;:{&quot;id&quot;:&quot;65b937f8-b6ed-482d-9fcb-89e2ad98182a&quot;}}">
            <a:extLst>
              <a:ext uri="{FF2B5EF4-FFF2-40B4-BE49-F238E27FC236}">
                <a16:creationId xmlns:a16="http://schemas.microsoft.com/office/drawing/2014/main" id="{EF755AF0-F63E-4747-9211-327C44DA029F}"/>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dirty="0">
              <a:solidFill>
                <a:schemeClr val="tx1"/>
              </a:solidFill>
            </a:endParaRPr>
          </a:p>
        </p:txBody>
      </p:sp>
      <p:sp>
        <p:nvSpPr>
          <p:cNvPr id="16" name="Rectangle 15" descr="{&quot;templafy&quot;:{&quot;id&quot;:&quot;8e41931c-7f95-42d4-bfa3-9c5f04293069&quot;}}" hidden="1">
            <a:extLst>
              <a:ext uri="{FF2B5EF4-FFF2-40B4-BE49-F238E27FC236}">
                <a16:creationId xmlns:a16="http://schemas.microsoft.com/office/drawing/2014/main" id="{97ACC166-7757-4B59-A180-1D797D03E7B1}"/>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Computer Science (SCS-HSG)</a:t>
            </a:r>
          </a:p>
        </p:txBody>
      </p:sp>
    </p:spTree>
    <p:extLst>
      <p:ext uri="{BB962C8B-B14F-4D97-AF65-F5344CB8AC3E}">
        <p14:creationId xmlns:p14="http://schemas.microsoft.com/office/powerpoint/2010/main" val="2081201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D8E670C-89F1-48DF-ADBA-904A263650AF}"/>
              </a:ext>
            </a:extLst>
          </p:cNvPr>
          <p:cNvSpPr>
            <a:spLocks noChangeAspect="1"/>
          </p:cNvSpPr>
          <p:nvPr userDrawn="1"/>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5AFF4CC-30A2-4B7B-BA9D-1A66D47649F5}"/>
              </a:ext>
            </a:extLst>
          </p:cNvPr>
          <p:cNvSpPr>
            <a:spLocks noGrp="1"/>
          </p:cNvSpPr>
          <p:nvPr>
            <p:ph type="title"/>
          </p:nvPr>
        </p:nvSpPr>
        <p:spPr/>
        <p:txBody>
          <a:bodyPr/>
          <a:lstStyle/>
          <a:p>
            <a:r>
              <a:rPr lang="en-GB"/>
              <a:t>Click to edit Master title style</a:t>
            </a:r>
            <a:endParaRPr lang="en-GB" dirty="0"/>
          </a:p>
        </p:txBody>
      </p:sp>
      <p:sp>
        <p:nvSpPr>
          <p:cNvPr id="5" name="Slide Number Placeholder 4">
            <a:extLst>
              <a:ext uri="{FF2B5EF4-FFF2-40B4-BE49-F238E27FC236}">
                <a16:creationId xmlns:a16="http://schemas.microsoft.com/office/drawing/2014/main" id="{C5D39D30-BB72-44AA-B142-468FFB51D75B}"/>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9" name="Rectangle 8" descr="{&quot;templafy&quot;:{&quot;id&quot;:&quot;889eed5e-adc6-4545-a320-e60e7fe89049&quot;}}">
            <a:extLst>
              <a:ext uri="{FF2B5EF4-FFF2-40B4-BE49-F238E27FC236}">
                <a16:creationId xmlns:a16="http://schemas.microsoft.com/office/drawing/2014/main" id="{137F4E36-F083-4FA0-9705-29ABDA1A5220}"/>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10 April 2026</a:t>
            </a:r>
          </a:p>
        </p:txBody>
      </p:sp>
      <p:pic>
        <p:nvPicPr>
          <p:cNvPr id="2038333239" name="Rectangle 9" descr="{&quot;templafy&quot;:{&quot;id&quot;:&quot;3f852e2a-90cd-405b-aa63-881f2da03bb5&quot;}}"/>
          <p:cNvPicPr>
            <a:picLocks noChangeAspect="1"/>
          </p:cNvPicPr>
          <p:nvPr/>
        </p:nvPicPr>
        <p:blipFill>
          <a:blip r:embed="rId2"/>
          <a:stretch>
            <a:fillRect/>
          </a:stretch>
        </p:blipFill>
        <p:spPr>
          <a:xfrm>
            <a:off x="358775" y="4668427"/>
            <a:ext cx="1026000" cy="212400"/>
          </a:xfrm>
          <a:prstGeom prst="rect">
            <a:avLst/>
          </a:prstGeom>
        </p:spPr>
      </p:pic>
      <p:sp>
        <p:nvSpPr>
          <p:cNvPr id="11" name="Rectangle 10" descr="{&quot;templafy&quot;:{&quot;id&quot;:&quot;a606881e-514e-4f57-b14a-3e310a69b4b5&quot;}}">
            <a:extLst>
              <a:ext uri="{FF2B5EF4-FFF2-40B4-BE49-F238E27FC236}">
                <a16:creationId xmlns:a16="http://schemas.microsoft.com/office/drawing/2014/main" id="{3ED3541B-0C4B-4AD3-A0FB-BB276047ADCE}"/>
              </a:ext>
            </a:extLst>
          </p:cNvPr>
          <p:cNvSpPr/>
          <p:nvPr userDrawn="1"/>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dirty="0">
              <a:solidFill>
                <a:schemeClr val="tx1"/>
              </a:solidFill>
            </a:endParaRPr>
          </a:p>
        </p:txBody>
      </p:sp>
      <p:sp>
        <p:nvSpPr>
          <p:cNvPr id="12" name="Rectangle 11" descr="{&quot;templafy&quot;:{&quot;id&quot;:&quot;d89fcdf5-4b31-4eed-a6ec-a34b7588e3dc&quot;}}" hidden="1">
            <a:extLst>
              <a:ext uri="{FF2B5EF4-FFF2-40B4-BE49-F238E27FC236}">
                <a16:creationId xmlns:a16="http://schemas.microsoft.com/office/drawing/2014/main" id="{87F7EA06-4518-4086-9E1C-ACD1F4782ADD}"/>
              </a:ext>
            </a:extLst>
          </p:cNvPr>
          <p:cNvSpPr/>
          <p:nvPr userDrawn="1"/>
        </p:nvSpPr>
        <p:spPr>
          <a:xfrm>
            <a:off x="358775" y="4768290"/>
            <a:ext cx="2569063" cy="188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u="none" dirty="0">
                <a:solidFill>
                  <a:schemeClr val="tx1"/>
                </a:solidFill>
              </a:rPr>
              <a:t>School of Computer Science (SCS-HSG)</a:t>
            </a:r>
          </a:p>
        </p:txBody>
      </p:sp>
    </p:spTree>
    <p:extLst>
      <p:ext uri="{BB962C8B-B14F-4D97-AF65-F5344CB8AC3E}">
        <p14:creationId xmlns:p14="http://schemas.microsoft.com/office/powerpoint/2010/main" val="3851403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 Vollfläch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C11C186-C392-4982-A2C0-7824EE98FA4F}"/>
              </a:ext>
            </a:extLst>
          </p:cNvPr>
          <p:cNvSpPr>
            <a:spLocks noGrp="1"/>
          </p:cNvSpPr>
          <p:nvPr>
            <p:ph type="pic" sz="quarter" idx="10"/>
          </p:nvPr>
        </p:nvSpPr>
        <p:spPr>
          <a:xfrm>
            <a:off x="0" y="0"/>
            <a:ext cx="9144000" cy="5143500"/>
          </a:xfrm>
        </p:spPr>
        <p:txBody>
          <a:bodyPr/>
          <a:lstStyle/>
          <a:p>
            <a:r>
              <a:rPr lang="en-GB"/>
              <a:t>Click icon to add picture</a:t>
            </a:r>
          </a:p>
        </p:txBody>
      </p:sp>
    </p:spTree>
    <p:extLst>
      <p:ext uri="{BB962C8B-B14F-4D97-AF65-F5344CB8AC3E}">
        <p14:creationId xmlns:p14="http://schemas.microsoft.com/office/powerpoint/2010/main" val="3489334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itat schwarze Schrift">
    <p:bg>
      <p:bgPr>
        <a:solidFill>
          <a:schemeClr val="accent2"/>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GB" dirty="0"/>
              <a:t>Click to edit Master text styles</a:t>
            </a:r>
            <a:endParaRPr lang="en-GB"/>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p:nvPr>
        </p:nvSpPr>
        <p:spPr>
          <a:xfrm>
            <a:off x="827999" y="3548063"/>
            <a:ext cx="5741765" cy="931862"/>
          </a:xfrm>
        </p:spPr>
        <p:txBody>
          <a:bodyPr>
            <a:noAutofit/>
          </a:bodyPr>
          <a:lstStyle>
            <a:lvl1pPr marL="0" indent="0">
              <a:buFont typeface="Arial" panose="020B0604020202020204" pitchFamily="34" charset="0"/>
              <a:buNone/>
              <a:defRPr sz="1800"/>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GB"/>
              <a:t>Click to edit Master text styles</a:t>
            </a:r>
          </a:p>
        </p:txBody>
      </p:sp>
    </p:spTree>
    <p:extLst>
      <p:ext uri="{BB962C8B-B14F-4D97-AF65-F5344CB8AC3E}">
        <p14:creationId xmlns:p14="http://schemas.microsoft.com/office/powerpoint/2010/main" val="1104120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itat weisse Schrift">
    <p:bg>
      <p:bgPr>
        <a:solidFill>
          <a:schemeClr val="accent3"/>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GB" dirty="0"/>
              <a:t>Click to edit Master text styles</a:t>
            </a:r>
            <a:endParaRPr lang="en-GB"/>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p:nvPr>
        </p:nvSpPr>
        <p:spPr>
          <a:xfrm>
            <a:off x="827999" y="3548063"/>
            <a:ext cx="5741765" cy="931862"/>
          </a:xfrm>
        </p:spPr>
        <p:txBody>
          <a:bodyPr>
            <a:noAutofit/>
          </a:bodyPr>
          <a:lstStyle>
            <a:lvl1pPr marL="0" indent="0">
              <a:buFont typeface="Arial" panose="020B0604020202020204" pitchFamily="34" charset="0"/>
              <a:buNone/>
              <a:defRPr sz="1800">
                <a:solidFill>
                  <a:schemeClr val="tx1"/>
                </a:solidFill>
              </a:defRPr>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GB"/>
              <a:t>Click to edit Master text styles</a:t>
            </a:r>
          </a:p>
        </p:txBody>
      </p:sp>
    </p:spTree>
    <p:extLst>
      <p:ext uri="{BB962C8B-B14F-4D97-AF65-F5344CB8AC3E}">
        <p14:creationId xmlns:p14="http://schemas.microsoft.com/office/powerpoint/2010/main" val="38188518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p:nvPr>
        </p:nvSpPr>
        <p:spPr>
          <a:xfrm>
            <a:off x="828000" y="735013"/>
            <a:ext cx="5148000" cy="3728674"/>
          </a:xfrm>
        </p:spPr>
        <p:txBody>
          <a:bodyPr>
            <a:normAutofit/>
          </a:bodyPr>
          <a:lstStyle>
            <a:lvl1pPr>
              <a:lnSpc>
                <a:spcPct val="90000"/>
              </a:lnSpc>
              <a:defRPr sz="7900">
                <a:solidFill>
                  <a:schemeClr val="bg2"/>
                </a:solidFill>
                <a:latin typeface="Gill Sans Nova Light" panose="020B0302020104020203" pitchFamily="34" charset="0"/>
              </a:defRPr>
            </a:lvl1pPr>
          </a:lstStyle>
          <a:p>
            <a:r>
              <a:rPr lang="en-GB"/>
              <a:t>Click to edit Master title style</a:t>
            </a:r>
            <a:endParaRPr lang="en-GB" dirty="0"/>
          </a:p>
        </p:txBody>
      </p:sp>
      <p:sp>
        <p:nvSpPr>
          <p:cNvPr id="11" name="Picture Placeholder 10">
            <a:extLst>
              <a:ext uri="{FF2B5EF4-FFF2-40B4-BE49-F238E27FC236}">
                <a16:creationId xmlns:a16="http://schemas.microsoft.com/office/drawing/2014/main" id="{140949B5-E4F8-48A4-9D3A-2312F9CD4605}"/>
              </a:ext>
            </a:extLst>
          </p:cNvPr>
          <p:cNvSpPr>
            <a:spLocks noGrp="1"/>
          </p:cNvSpPr>
          <p:nvPr>
            <p:ph type="pic" sz="quarter" idx="10"/>
          </p:nvPr>
        </p:nvSpPr>
        <p:spPr>
          <a:xfrm>
            <a:off x="6625225" y="735013"/>
            <a:ext cx="2160000" cy="2160000"/>
          </a:xfrm>
        </p:spPr>
        <p:txBody>
          <a:bodyPr/>
          <a:lstStyle/>
          <a:p>
            <a:r>
              <a:rPr lang="en-GB"/>
              <a:t>Click icon to add picture</a:t>
            </a:r>
          </a:p>
        </p:txBody>
      </p:sp>
    </p:spTree>
    <p:extLst>
      <p:ext uri="{BB962C8B-B14F-4D97-AF65-F5344CB8AC3E}">
        <p14:creationId xmlns:p14="http://schemas.microsoft.com/office/powerpoint/2010/main" val="38558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p:nvPr>
        </p:nvSpPr>
        <p:spPr>
          <a:xfrm>
            <a:off x="827998" y="735013"/>
            <a:ext cx="5148000" cy="3728674"/>
          </a:xfrm>
        </p:spPr>
        <p:txBody>
          <a:bodyPr>
            <a:normAutofit/>
          </a:bodyPr>
          <a:lstStyle>
            <a:lvl1pPr>
              <a:lnSpc>
                <a:spcPct val="90000"/>
              </a:lnSpc>
              <a:defRPr sz="7900">
                <a:solidFill>
                  <a:schemeClr val="tx1"/>
                </a:solidFill>
                <a:latin typeface="Gill Sans Nova Light" panose="020B0302020104020203" pitchFamily="34" charset="0"/>
              </a:defRPr>
            </a:lvl1pPr>
          </a:lstStyle>
          <a:p>
            <a:r>
              <a:rPr lang="en-GB"/>
              <a:t>Click to edit Master title style</a:t>
            </a:r>
            <a:endParaRPr lang="en-GB" dirty="0"/>
          </a:p>
        </p:txBody>
      </p:sp>
      <p:sp>
        <p:nvSpPr>
          <p:cNvPr id="11" name="Picture Placeholder 10">
            <a:extLst>
              <a:ext uri="{FF2B5EF4-FFF2-40B4-BE49-F238E27FC236}">
                <a16:creationId xmlns:a16="http://schemas.microsoft.com/office/drawing/2014/main" id="{140949B5-E4F8-48A4-9D3A-2312F9CD4605}"/>
              </a:ext>
            </a:extLst>
          </p:cNvPr>
          <p:cNvSpPr>
            <a:spLocks noGrp="1"/>
          </p:cNvSpPr>
          <p:nvPr>
            <p:ph type="pic" sz="quarter" idx="10"/>
          </p:nvPr>
        </p:nvSpPr>
        <p:spPr>
          <a:xfrm>
            <a:off x="6625225" y="735013"/>
            <a:ext cx="2160000" cy="2160000"/>
          </a:xfrm>
        </p:spPr>
        <p:txBody>
          <a:bodyPr/>
          <a:lstStyle/>
          <a:p>
            <a:r>
              <a:rPr lang="en-GB"/>
              <a:t>Click icon to add picture</a:t>
            </a:r>
          </a:p>
        </p:txBody>
      </p:sp>
    </p:spTree>
    <p:extLst>
      <p:ext uri="{BB962C8B-B14F-4D97-AF65-F5344CB8AC3E}">
        <p14:creationId xmlns:p14="http://schemas.microsoft.com/office/powerpoint/2010/main" val="3902494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0021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81B0-6792-4738-ACB8-050730738F15}"/>
              </a:ext>
            </a:extLst>
          </p:cNvPr>
          <p:cNvSpPr>
            <a:spLocks noGrp="1"/>
          </p:cNvSpPr>
          <p:nvPr>
            <p:ph type="title"/>
          </p:nvPr>
        </p:nvSpPr>
        <p:spPr>
          <a:xfrm>
            <a:off x="828000" y="1044000"/>
            <a:ext cx="7957225" cy="685801"/>
          </a:xfrm>
        </p:spPr>
        <p:txBody>
          <a:bodyPr/>
          <a:lstStyle>
            <a:lvl1pPr>
              <a:lnSpc>
                <a:spcPts val="5200"/>
              </a:lnSpc>
              <a:defRPr sz="5000">
                <a:latin typeface="Gill Sans Nova Light" panose="020B0302020104020203" pitchFamily="34" charset="0"/>
              </a:defRPr>
            </a:lvl1pPr>
          </a:lstStyle>
          <a:p>
            <a:r>
              <a:rPr lang="en-GB"/>
              <a:t>Click to edit Master title style</a:t>
            </a:r>
            <a:endParaRPr lang="en-GB" dirty="0"/>
          </a:p>
        </p:txBody>
      </p:sp>
      <p:sp>
        <p:nvSpPr>
          <p:cNvPr id="7" name="Text Placeholder 6">
            <a:extLst>
              <a:ext uri="{FF2B5EF4-FFF2-40B4-BE49-F238E27FC236}">
                <a16:creationId xmlns:a16="http://schemas.microsoft.com/office/drawing/2014/main" id="{D87D0F6F-53A1-4152-9807-5EC1BBC8849C}"/>
              </a:ext>
            </a:extLst>
          </p:cNvPr>
          <p:cNvSpPr>
            <a:spLocks noGrp="1"/>
          </p:cNvSpPr>
          <p:nvPr>
            <p:ph type="body" sz="quarter" idx="13"/>
          </p:nvPr>
        </p:nvSpPr>
        <p:spPr>
          <a:xfrm>
            <a:off x="828000"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8" name="Text Placeholder 6">
            <a:extLst>
              <a:ext uri="{FF2B5EF4-FFF2-40B4-BE49-F238E27FC236}">
                <a16:creationId xmlns:a16="http://schemas.microsoft.com/office/drawing/2014/main" id="{7824BC02-7B0E-4C56-B49A-5A28F9E62BE1}"/>
              </a:ext>
            </a:extLst>
          </p:cNvPr>
          <p:cNvSpPr>
            <a:spLocks noGrp="1"/>
          </p:cNvSpPr>
          <p:nvPr>
            <p:ph type="body" sz="quarter" idx="14"/>
          </p:nvPr>
        </p:nvSpPr>
        <p:spPr>
          <a:xfrm>
            <a:off x="828000"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2" name="Text Placeholder 6">
            <a:extLst>
              <a:ext uri="{FF2B5EF4-FFF2-40B4-BE49-F238E27FC236}">
                <a16:creationId xmlns:a16="http://schemas.microsoft.com/office/drawing/2014/main" id="{ADF580D6-76FA-48E5-A6F9-C7D7F9ECA0CF}"/>
              </a:ext>
            </a:extLst>
          </p:cNvPr>
          <p:cNvSpPr>
            <a:spLocks noGrp="1"/>
          </p:cNvSpPr>
          <p:nvPr>
            <p:ph type="body" sz="quarter" idx="16"/>
          </p:nvPr>
        </p:nvSpPr>
        <p:spPr>
          <a:xfrm>
            <a:off x="2886816"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3" name="Text Placeholder 6">
            <a:extLst>
              <a:ext uri="{FF2B5EF4-FFF2-40B4-BE49-F238E27FC236}">
                <a16:creationId xmlns:a16="http://schemas.microsoft.com/office/drawing/2014/main" id="{D6CE2E2F-1BA4-4018-8B3C-5192B4A35E20}"/>
              </a:ext>
            </a:extLst>
          </p:cNvPr>
          <p:cNvSpPr>
            <a:spLocks noGrp="1"/>
          </p:cNvSpPr>
          <p:nvPr>
            <p:ph type="body" sz="quarter" idx="17"/>
          </p:nvPr>
        </p:nvSpPr>
        <p:spPr>
          <a:xfrm>
            <a:off x="2886816"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4" name="Text Placeholder 6">
            <a:extLst>
              <a:ext uri="{FF2B5EF4-FFF2-40B4-BE49-F238E27FC236}">
                <a16:creationId xmlns:a16="http://schemas.microsoft.com/office/drawing/2014/main" id="{9780CD93-461B-4895-AFE1-B11CB717CAC3}"/>
              </a:ext>
            </a:extLst>
          </p:cNvPr>
          <p:cNvSpPr>
            <a:spLocks noGrp="1"/>
          </p:cNvSpPr>
          <p:nvPr>
            <p:ph type="body" sz="quarter" idx="18"/>
          </p:nvPr>
        </p:nvSpPr>
        <p:spPr>
          <a:xfrm>
            <a:off x="4945933"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sp>
        <p:nvSpPr>
          <p:cNvPr id="15" name="Text Placeholder 6">
            <a:extLst>
              <a:ext uri="{FF2B5EF4-FFF2-40B4-BE49-F238E27FC236}">
                <a16:creationId xmlns:a16="http://schemas.microsoft.com/office/drawing/2014/main" id="{7670DE1A-52CE-4331-B7C3-9D35588A2926}"/>
              </a:ext>
            </a:extLst>
          </p:cNvPr>
          <p:cNvSpPr>
            <a:spLocks noGrp="1"/>
          </p:cNvSpPr>
          <p:nvPr>
            <p:ph type="body" sz="quarter" idx="19"/>
          </p:nvPr>
        </p:nvSpPr>
        <p:spPr>
          <a:xfrm>
            <a:off x="4945933"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en-GB"/>
              <a:t>Click to edit Master text styles</a:t>
            </a:r>
          </a:p>
        </p:txBody>
      </p:sp>
      <p:pic>
        <p:nvPicPr>
          <p:cNvPr id="871943916" name="Rectangle 10" descr="{&quot;templafy&quot;:{&quot;id&quot;:&quot;a40dda36-18a9-40da-9166-9a47a867251f&quot;}}"/>
          <p:cNvPicPr>
            <a:picLocks noChangeAspect="1"/>
          </p:cNvPicPr>
          <p:nvPr/>
        </p:nvPicPr>
        <p:blipFill>
          <a:blip r:embed="rId2"/>
          <a:stretch>
            <a:fillRect/>
          </a:stretch>
        </p:blipFill>
        <p:spPr>
          <a:xfrm>
            <a:off x="798816" y="4048055"/>
            <a:ext cx="2221200" cy="460800"/>
          </a:xfrm>
          <a:prstGeom prst="rect">
            <a:avLst/>
          </a:prstGeom>
        </p:spPr>
      </p:pic>
      <p:sp>
        <p:nvSpPr>
          <p:cNvPr id="3" name="Rectangle 2" descr="{&quot;templafy&quot;:{&quot;id&quot;:&quot;239d4f55-1bac-4607-8b11-947c6c77cd46&quot;}}">
            <a:extLst>
              <a:ext uri="{FF2B5EF4-FFF2-40B4-BE49-F238E27FC236}">
                <a16:creationId xmlns:a16="http://schemas.microsoft.com/office/drawing/2014/main" id="{36F02173-B0F5-4193-B6FF-8607454762B4}"/>
              </a:ext>
            </a:extLst>
          </p:cNvPr>
          <p:cNvSpPr/>
          <p:nvPr userDrawn="1"/>
        </p:nvSpPr>
        <p:spPr>
          <a:xfrm>
            <a:off x="4945930" y="3515014"/>
            <a:ext cx="2038450" cy="991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lgn="l">
              <a:lnSpc>
                <a:spcPts val="1200"/>
              </a:lnSpc>
            </a:pPr>
            <a:r>
              <a:rPr lang="en-GB" sz="1000" dirty="0">
                <a:solidFill>
                  <a:schemeClr val="tx1"/>
                </a:solidFill>
              </a:rPr>
              <a:t>School of Computer Science (SCS-HSG) 
Rosenbergstrasse 30 
9000 St.Gallen 
unisg.ch/de/universitaet/schools/informatik</a:t>
            </a:r>
          </a:p>
        </p:txBody>
      </p:sp>
    </p:spTree>
    <p:extLst>
      <p:ext uri="{BB962C8B-B14F-4D97-AF65-F5344CB8AC3E}">
        <p14:creationId xmlns:p14="http://schemas.microsoft.com/office/powerpoint/2010/main" val="5187094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072C7-786E-4CDF-B498-A0E43C94C174}"/>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27AB401-27B1-4459-8033-ADE495ECDDC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63339B70-EA91-4D1E-AD6F-9A1F4FF36CD8}"/>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7" name="Rectangle 6" descr="{&quot;templafy&quot;:{&quot;id&quot;:&quot;313b8357-6b18-490c-9533-a6c0ee071962&quot;}}">
            <a:extLst>
              <a:ext uri="{FF2B5EF4-FFF2-40B4-BE49-F238E27FC236}">
                <a16:creationId xmlns:a16="http://schemas.microsoft.com/office/drawing/2014/main" id="{BB3C8683-B834-4D63-9D68-06A85DD6080E}"/>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10 April 2026</a:t>
            </a:r>
          </a:p>
        </p:txBody>
      </p:sp>
    </p:spTree>
    <p:extLst>
      <p:ext uri="{BB962C8B-B14F-4D97-AF65-F5344CB8AC3E}">
        <p14:creationId xmlns:p14="http://schemas.microsoft.com/office/powerpoint/2010/main" val="18372074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A27F37-4AAD-450C-8838-DE5B9F07D8B8}"/>
              </a:ext>
            </a:extLst>
          </p:cNvPr>
          <p:cNvSpPr>
            <a:spLocks noGrp="1"/>
          </p:cNvSpPr>
          <p:nvPr>
            <p:ph type="title" orient="vert"/>
          </p:nvPr>
        </p:nvSpPr>
        <p:spPr>
          <a:xfrm>
            <a:off x="6543675" y="273844"/>
            <a:ext cx="1971675" cy="4358879"/>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99286A52-83BF-4684-B707-32690AD3C036}"/>
              </a:ext>
            </a:extLst>
          </p:cNvPr>
          <p:cNvSpPr>
            <a:spLocks noGrp="1"/>
          </p:cNvSpPr>
          <p:nvPr>
            <p:ph type="body" orient="vert" idx="1"/>
          </p:nvPr>
        </p:nvSpPr>
        <p:spPr>
          <a:xfrm>
            <a:off x="628650" y="273844"/>
            <a:ext cx="5800725" cy="43588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Slide Number Placeholder 5">
            <a:extLst>
              <a:ext uri="{FF2B5EF4-FFF2-40B4-BE49-F238E27FC236}">
                <a16:creationId xmlns:a16="http://schemas.microsoft.com/office/drawing/2014/main" id="{BC25666C-0F9A-44A4-B3AC-35B212491C34}"/>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7" name="Rectangle 6" descr="{&quot;templafy&quot;:{&quot;id&quot;:&quot;987706d0-0020-48f8-abb7-fa71e92ba907&quot;}}">
            <a:extLst>
              <a:ext uri="{FF2B5EF4-FFF2-40B4-BE49-F238E27FC236}">
                <a16:creationId xmlns:a16="http://schemas.microsoft.com/office/drawing/2014/main" id="{D21A4773-433D-4BA4-8284-587A192E038E}"/>
              </a:ext>
            </a:extLst>
          </p:cNvPr>
          <p:cNvSpPr/>
          <p:nvPr userDrawn="1"/>
        </p:nvSpPr>
        <p:spPr>
          <a:xfrm>
            <a:off x="6804000" y="4770373"/>
            <a:ext cx="1177196" cy="1843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GB" sz="800" dirty="0">
                <a:solidFill>
                  <a:schemeClr val="tx1"/>
                </a:solidFill>
              </a:rPr>
              <a:t>10 April 2026</a:t>
            </a:r>
          </a:p>
        </p:txBody>
      </p:sp>
    </p:spTree>
    <p:extLst>
      <p:ext uri="{BB962C8B-B14F-4D97-AF65-F5344CB8AC3E}">
        <p14:creationId xmlns:p14="http://schemas.microsoft.com/office/powerpoint/2010/main" val="851528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501321-794C-47B8-ABDC-7DAF88C9DC68}"/>
              </a:ext>
            </a:extLst>
          </p:cNvPr>
          <p:cNvSpPr>
            <a:spLocks noGrp="1"/>
          </p:cNvSpPr>
          <p:nvPr>
            <p:ph type="title"/>
          </p:nvPr>
        </p:nvSpPr>
        <p:spPr>
          <a:xfrm>
            <a:off x="358775" y="376238"/>
            <a:ext cx="8426450" cy="609662"/>
          </a:xfrm>
          <a:prstGeom prst="rect">
            <a:avLst/>
          </a:prstGeom>
        </p:spPr>
        <p:txBody>
          <a:bodyPr vert="horz" lIns="0" tIns="0" rIns="0" bIns="0" rtlCol="0" anchor="t">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076F94A2-50F8-430F-B46C-2D50472D7A69}"/>
              </a:ext>
            </a:extLst>
          </p:cNvPr>
          <p:cNvSpPr>
            <a:spLocks noGrp="1"/>
          </p:cNvSpPr>
          <p:nvPr>
            <p:ph type="body" idx="1"/>
          </p:nvPr>
        </p:nvSpPr>
        <p:spPr>
          <a:xfrm>
            <a:off x="358775" y="1276350"/>
            <a:ext cx="8426450" cy="3203575"/>
          </a:xfrm>
          <a:prstGeom prst="rect">
            <a:avLst/>
          </a:prstGeom>
        </p:spPr>
        <p:txBody>
          <a:bodyPr vert="horz" lIns="0" tIns="0" rIns="0" bIns="0" rtlCol="0">
            <a:normAutofit/>
          </a:body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p>
        </p:txBody>
      </p:sp>
      <p:sp>
        <p:nvSpPr>
          <p:cNvPr id="4" name="Date Placeholder 3">
            <a:extLst>
              <a:ext uri="{FF2B5EF4-FFF2-40B4-BE49-F238E27FC236}">
                <a16:creationId xmlns:a16="http://schemas.microsoft.com/office/drawing/2014/main" id="{A01CEDF7-309C-40F3-8700-9F4DBE766E2C}"/>
              </a:ext>
            </a:extLst>
          </p:cNvPr>
          <p:cNvSpPr>
            <a:spLocks noGrp="1"/>
          </p:cNvSpPr>
          <p:nvPr>
            <p:ph type="dt" sz="half" idx="2"/>
          </p:nvPr>
        </p:nvSpPr>
        <p:spPr>
          <a:xfrm>
            <a:off x="6804000" y="4770375"/>
            <a:ext cx="1177196" cy="184336"/>
          </a:xfrm>
          <a:prstGeom prst="rect">
            <a:avLst/>
          </a:prstGeom>
        </p:spPr>
        <p:txBody>
          <a:bodyPr vert="horz" lIns="0" tIns="0" rIns="0" bIns="0" rtlCol="0" anchor="t"/>
          <a:lstStyle>
            <a:lvl1pPr algn="l">
              <a:defRPr sz="800">
                <a:solidFill>
                  <a:schemeClr val="tx1"/>
                </a:solidFill>
              </a:defRPr>
            </a:lvl1pPr>
          </a:lstStyle>
          <a:p>
            <a:fld id="{ED8FFC02-F414-406A-9AF9-AE6E7846E736}" type="datetime4">
              <a:rPr lang="en-GB" smtClean="0"/>
              <a:t>15 April 2026</a:t>
            </a:fld>
            <a:endParaRPr lang="en-GB" dirty="0"/>
          </a:p>
        </p:txBody>
      </p:sp>
      <p:sp>
        <p:nvSpPr>
          <p:cNvPr id="5" name="Footer Placeholder 4">
            <a:extLst>
              <a:ext uri="{FF2B5EF4-FFF2-40B4-BE49-F238E27FC236}">
                <a16:creationId xmlns:a16="http://schemas.microsoft.com/office/drawing/2014/main" id="{867B08D8-7EDB-4388-A7EE-8AB294EA7887}"/>
              </a:ext>
            </a:extLst>
          </p:cNvPr>
          <p:cNvSpPr>
            <a:spLocks noGrp="1"/>
          </p:cNvSpPr>
          <p:nvPr>
            <p:ph type="ftr" sz="quarter" idx="3"/>
          </p:nvPr>
        </p:nvSpPr>
        <p:spPr>
          <a:xfrm>
            <a:off x="2519999" y="4770374"/>
            <a:ext cx="3086100" cy="184335"/>
          </a:xfrm>
          <a:prstGeom prst="rect">
            <a:avLst/>
          </a:prstGeom>
        </p:spPr>
        <p:txBody>
          <a:bodyPr vert="horz" lIns="0" tIns="0" rIns="0" bIns="0" rtlCol="0" anchor="t"/>
          <a:lstStyle>
            <a:lvl1pPr algn="l">
              <a:defRPr sz="800">
                <a:solidFill>
                  <a:schemeClr val="tx1"/>
                </a:solidFill>
              </a:defRPr>
            </a:lvl1pPr>
          </a:lstStyle>
          <a:p>
            <a:r>
              <a:rPr lang="en-GB"/>
              <a:t>Corporate Design - Power Point Master</a:t>
            </a:r>
            <a:endParaRPr lang="en-GB" dirty="0"/>
          </a:p>
        </p:txBody>
      </p:sp>
      <p:sp>
        <p:nvSpPr>
          <p:cNvPr id="6" name="Slide Number Placeholder 5">
            <a:extLst>
              <a:ext uri="{FF2B5EF4-FFF2-40B4-BE49-F238E27FC236}">
                <a16:creationId xmlns:a16="http://schemas.microsoft.com/office/drawing/2014/main" id="{7A26C2A0-BCAA-4FD2-BD67-F5225215B65D}"/>
              </a:ext>
            </a:extLst>
          </p:cNvPr>
          <p:cNvSpPr>
            <a:spLocks noGrp="1"/>
          </p:cNvSpPr>
          <p:nvPr>
            <p:ph type="sldNum" sz="quarter" idx="4"/>
          </p:nvPr>
        </p:nvSpPr>
        <p:spPr>
          <a:xfrm>
            <a:off x="8571600" y="4767263"/>
            <a:ext cx="216000" cy="273844"/>
          </a:xfrm>
          <a:prstGeom prst="rect">
            <a:avLst/>
          </a:prstGeom>
        </p:spPr>
        <p:txBody>
          <a:bodyPr vert="horz" lIns="0" tIns="0" rIns="0" bIns="0" rtlCol="0" anchor="t"/>
          <a:lstStyle>
            <a:lvl1pPr algn="ctr">
              <a:defRPr sz="800" spc="-30" baseline="0">
                <a:solidFill>
                  <a:schemeClr val="bg2"/>
                </a:solidFill>
              </a:defRPr>
            </a:lvl1pPr>
          </a:lstStyle>
          <a:p>
            <a:fld id="{7559FC98-AF75-4A00-A03C-DF9FEBF6BCB9}" type="slidenum">
              <a:rPr lang="en-GB" smtClean="0"/>
              <a:pPr/>
              <a:t>‹#›</a:t>
            </a:fld>
            <a:endParaRPr lang="en-GB" dirty="0"/>
          </a:p>
        </p:txBody>
      </p:sp>
    </p:spTree>
    <p:extLst>
      <p:ext uri="{BB962C8B-B14F-4D97-AF65-F5344CB8AC3E}">
        <p14:creationId xmlns:p14="http://schemas.microsoft.com/office/powerpoint/2010/main" val="4246037650"/>
      </p:ext>
    </p:extLst>
  </p:cSld>
  <p:clrMap bg1="lt1" tx1="dk1" bg2="lt2" tx2="dk2" accent1="accent1" accent2="accent2" accent3="accent3" accent4="accent4" accent5="accent5" accent6="accent6" hlink="hlink" folHlink="folHlink"/>
  <p:sldLayoutIdLst>
    <p:sldLayoutId id="2147483661" r:id="rId1"/>
    <p:sldLayoutId id="2147483688" r:id="rId2"/>
    <p:sldLayoutId id="2147483689" r:id="rId3"/>
    <p:sldLayoutId id="2147483677" r:id="rId4"/>
    <p:sldLayoutId id="2147483663" r:id="rId5"/>
    <p:sldLayoutId id="2147483686" r:id="rId6"/>
    <p:sldLayoutId id="2147483664" r:id="rId7"/>
    <p:sldLayoutId id="2147483662" r:id="rId8"/>
    <p:sldLayoutId id="2147483672" r:id="rId9"/>
    <p:sldLayoutId id="2147483673" r:id="rId10"/>
    <p:sldLayoutId id="2147483666" r:id="rId11"/>
    <p:sldLayoutId id="2147483680" r:id="rId12"/>
    <p:sldLayoutId id="2147483678" r:id="rId13"/>
    <p:sldLayoutId id="2147483679" r:id="rId14"/>
    <p:sldLayoutId id="2147483675" r:id="rId15"/>
    <p:sldLayoutId id="2147483683" r:id="rId16"/>
    <p:sldLayoutId id="2147483667" r:id="rId17"/>
    <p:sldLayoutId id="2147483681" r:id="rId18"/>
    <p:sldLayoutId id="2147483670" r:id="rId19"/>
    <p:sldLayoutId id="2147483671" r:id="rId20"/>
  </p:sldLayoutIdLst>
  <p:hf hdr="0"/>
  <p:txStyles>
    <p:titleStyle>
      <a:lvl1pPr algn="l" defTabSz="6858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18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2pPr>
      <a:lvl3pPr marL="540000" indent="-180000" algn="l" defTabSz="685800" rtl="0" eaLnBrk="1" latinLnBrk="0" hangingPunct="1">
        <a:lnSpc>
          <a:spcPct val="100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3pPr>
      <a:lvl4pPr marL="90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4pPr>
      <a:lvl5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3">
          <p15:clr>
            <a:srgbClr val="F26B43"/>
          </p15:clr>
        </p15:guide>
        <p15:guide id="3" pos="226">
          <p15:clr>
            <a:srgbClr val="F26B43"/>
          </p15:clr>
        </p15:guide>
        <p15:guide id="4" pos="5534">
          <p15:clr>
            <a:srgbClr val="F26B43"/>
          </p15:clr>
        </p15:guide>
        <p15:guide id="5" orient="horz" pos="237">
          <p15:clr>
            <a:srgbClr val="F26B43"/>
          </p15:clr>
        </p15:guide>
        <p15:guide id="6" orient="horz" pos="804" userDrawn="1">
          <p15:clr>
            <a:srgbClr val="F26B43"/>
          </p15:clr>
        </p15:guide>
        <p15:guide id="7" orient="horz" pos="2822">
          <p15:clr>
            <a:srgbClr val="F26B43"/>
          </p15:clr>
        </p15:guide>
        <p15:guide id="8" pos="2823">
          <p15:clr>
            <a:srgbClr val="F26B43"/>
          </p15:clr>
        </p15:guide>
        <p15:guide id="9" pos="2937">
          <p15:clr>
            <a:srgbClr val="F26B43"/>
          </p15:clr>
        </p15:guide>
        <p15:guide id="10" orient="horz" pos="46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12_CB4A54C7.xm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CryptoFlow</a:t>
            </a:r>
            <a:br/>
            <a:r>
              <a:t>Event-Driven &amp; Process-Oriented Crypto Portfolio Platform</a:t>
            </a:r>
          </a:p>
        </p:txBody>
      </p:sp>
      <p:sp>
        <p:nvSpPr>
          <p:cNvPr id="3" name="Text Placeholder 2"/>
          <p:cNvSpPr>
            <a:spLocks noGrp="1"/>
          </p:cNvSpPr>
          <p:nvPr>
            <p:ph type="body" sz="quarter" idx="10"/>
          </p:nvPr>
        </p:nvSpPr>
        <p:spPr>
          <a:xfrm>
            <a:off x="831026" y="3123868"/>
            <a:ext cx="4226165" cy="1356057"/>
          </a:xfrm>
        </p:spPr>
        <p:txBody>
          <a:bodyPr/>
          <a:lstStyle/>
          <a:p>
            <a:r>
              <a:rPr dirty="0"/>
              <a:t>EDPO Project FS26</a:t>
            </a:r>
          </a:p>
          <a:p>
            <a:r>
              <a:rPr dirty="0" err="1"/>
              <a:t>St.Gallen</a:t>
            </a:r>
            <a:r>
              <a:rPr dirty="0"/>
              <a:t>  |</a:t>
            </a:r>
            <a:r>
              <a:rPr lang="de-DE" dirty="0"/>
              <a:t>  Ioannis Theodosiadis &amp; Cyril Gabriele</a:t>
            </a:r>
          </a:p>
        </p:txBody>
      </p:sp>
      <p:sp>
        <p:nvSpPr>
          <p:cNvPr id="4" name="Textfeld 3">
            <a:extLst>
              <a:ext uri="{FF2B5EF4-FFF2-40B4-BE49-F238E27FC236}">
                <a16:creationId xmlns:a16="http://schemas.microsoft.com/office/drawing/2014/main" id="{0588E076-9A95-F049-83FB-7C186FFA0C59}"/>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1</a:t>
            </a:fld>
            <a:endParaRPr lang="de-DE" sz="1200" dirty="0">
              <a:solidFill>
                <a:schemeClr val="bg1"/>
              </a:solidFill>
            </a:endParaRPr>
          </a:p>
        </p:txBody>
      </p:sp>
      <p:sp>
        <p:nvSpPr>
          <p:cNvPr id="7" name="Textfeld 6">
            <a:extLst>
              <a:ext uri="{FF2B5EF4-FFF2-40B4-BE49-F238E27FC236}">
                <a16:creationId xmlns:a16="http://schemas.microsoft.com/office/drawing/2014/main" id="{D54DB770-45AC-6BD7-FD7D-210AE17DB5AB}"/>
              </a:ext>
            </a:extLst>
          </p:cNvPr>
          <p:cNvSpPr txBox="1"/>
          <p:nvPr/>
        </p:nvSpPr>
        <p:spPr>
          <a:xfrm>
            <a:off x="8559282" y="6263951"/>
            <a:ext cx="184731" cy="300082"/>
          </a:xfrm>
          <a:prstGeom prst="rect">
            <a:avLst/>
          </a:prstGeom>
          <a:noFill/>
        </p:spPr>
        <p:txBody>
          <a:bodyPr wrap="none" rtlCol="0">
            <a:spAutoFit/>
          </a:bodyPr>
          <a:lstStyle/>
          <a:p>
            <a:endParaRPr lang="de-DE"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b="1">
                <a:solidFill>
                  <a:srgbClr val="00802E"/>
                </a:solidFill>
              </a:rPr>
              <a:t>What is </a:t>
            </a:r>
            <a:r>
              <a:rPr lang="de-DE" b="1" err="1">
                <a:solidFill>
                  <a:srgbClr val="00802E"/>
                </a:solidFill>
              </a:rPr>
              <a:t>CryptoFlow</a:t>
            </a:r>
            <a:r>
              <a:rPr lang="de-DE" b="1">
                <a:solidFill>
                  <a:srgbClr val="00802E"/>
                </a:solidFill>
              </a:rPr>
              <a:t>?</a:t>
            </a:r>
          </a:p>
        </p:txBody>
      </p:sp>
      <p:sp>
        <p:nvSpPr>
          <p:cNvPr id="3" name="Content Placeholder 2"/>
          <p:cNvSpPr>
            <a:spLocks noGrp="1"/>
          </p:cNvSpPr>
          <p:nvPr>
            <p:ph idx="1"/>
          </p:nvPr>
        </p:nvSpPr>
        <p:spPr>
          <a:xfrm>
            <a:off x="358775" y="2060135"/>
            <a:ext cx="8426450" cy="1023230"/>
          </a:xfrm>
        </p:spPr>
        <p:txBody>
          <a:bodyPr wrap="square"/>
          <a:lstStyle/>
          <a:p>
            <a:r>
              <a:rPr lang="de-CH" sz="2000" err="1"/>
              <a:t>CryptoFlow</a:t>
            </a:r>
            <a:r>
              <a:rPr lang="de-CH" sz="2000"/>
              <a:t> </a:t>
            </a:r>
            <a:r>
              <a:rPr lang="de-CH" sz="2000" err="1"/>
              <a:t>is</a:t>
            </a:r>
            <a:r>
              <a:rPr lang="de-CH" sz="2000"/>
              <a:t> a</a:t>
            </a:r>
            <a:r>
              <a:rPr sz="2000"/>
              <a:t> portfolio simulation platform </a:t>
            </a:r>
            <a:r>
              <a:rPr lang="de-CH" sz="2000" err="1"/>
              <a:t>for</a:t>
            </a:r>
            <a:r>
              <a:rPr lang="de-CH" sz="2000"/>
              <a:t> </a:t>
            </a:r>
            <a:r>
              <a:rPr lang="en-US" sz="2000"/>
              <a:t>crypto currencies designed to apply as much patterns from the lecture as possible. </a:t>
            </a:r>
            <a:r>
              <a:rPr sz="2000"/>
              <a:t>Users register, observe live market prices, manage portfolios</a:t>
            </a:r>
            <a:r>
              <a:rPr lang="de-CH" sz="2000"/>
              <a:t> and </a:t>
            </a:r>
            <a:r>
              <a:rPr sz="2000"/>
              <a:t>place simulated trade</a:t>
            </a:r>
            <a:r>
              <a:rPr lang="de-CH" sz="2000"/>
              <a:t>s.</a:t>
            </a:r>
            <a:endParaRPr sz="2000"/>
          </a:p>
        </p:txBody>
      </p:sp>
      <p:sp>
        <p:nvSpPr>
          <p:cNvPr id="6" name="Textfeld 5">
            <a:extLst>
              <a:ext uri="{FF2B5EF4-FFF2-40B4-BE49-F238E27FC236}">
                <a16:creationId xmlns:a16="http://schemas.microsoft.com/office/drawing/2014/main" id="{555FDD3D-BEE5-908B-BFE4-466CE7719974}"/>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2</a:t>
            </a:fld>
            <a:endParaRPr lang="de-DE" sz="1200">
              <a:solidFill>
                <a:schemeClr val="bg1"/>
              </a:solidFill>
            </a:endParaRPr>
          </a:p>
        </p:txBody>
      </p:sp>
      <p:sp>
        <p:nvSpPr>
          <p:cNvPr id="4" name="Rechteck 3">
            <a:extLst>
              <a:ext uri="{FF2B5EF4-FFF2-40B4-BE49-F238E27FC236}">
                <a16:creationId xmlns:a16="http://schemas.microsoft.com/office/drawing/2014/main" id="{61D9E05C-EFDA-C38E-1060-691E99E439D1}"/>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ntext-map.jpeg"/>
          <p:cNvPicPr>
            <a:picLocks noChangeAspect="1"/>
          </p:cNvPicPr>
          <p:nvPr/>
        </p:nvPicPr>
        <p:blipFill>
          <a:blip r:embed="rId3"/>
          <a:stretch>
            <a:fillRect/>
          </a:stretch>
        </p:blipFill>
        <p:spPr>
          <a:xfrm>
            <a:off x="3949960" y="572946"/>
            <a:ext cx="4649216" cy="3997607"/>
          </a:xfrm>
          <a:prstGeom prst="rect">
            <a:avLst/>
          </a:prstGeom>
        </p:spPr>
      </p:pic>
      <p:sp>
        <p:nvSpPr>
          <p:cNvPr id="2" name="Title 1"/>
          <p:cNvSpPr>
            <a:spLocks noGrp="1"/>
          </p:cNvSpPr>
          <p:nvPr>
            <p:ph type="title"/>
          </p:nvPr>
        </p:nvSpPr>
        <p:spPr/>
        <p:txBody>
          <a:bodyPr/>
          <a:lstStyle/>
          <a:p>
            <a:r>
              <a:t>Domain</a:t>
            </a:r>
            <a:r>
              <a:rPr lang="de-CH"/>
              <a:t>:</a:t>
            </a:r>
            <a:r>
              <a:t> </a:t>
            </a:r>
            <a:r>
              <a:rPr b="1">
                <a:solidFill>
                  <a:srgbClr val="00802E"/>
                </a:solidFill>
              </a:rPr>
              <a:t>Five Bounded Contexts</a:t>
            </a:r>
          </a:p>
        </p:txBody>
      </p:sp>
      <p:sp>
        <p:nvSpPr>
          <p:cNvPr id="3" name="Content Placeholder 2"/>
          <p:cNvSpPr>
            <a:spLocks noGrp="1"/>
          </p:cNvSpPr>
          <p:nvPr>
            <p:ph sz="half" idx="1"/>
          </p:nvPr>
        </p:nvSpPr>
        <p:spPr/>
        <p:txBody>
          <a:bodyPr wrap="square">
            <a:normAutofit/>
          </a:bodyPr>
          <a:lstStyle/>
          <a:p>
            <a:pPr marL="285750" indent="-285750">
              <a:buFont typeface="Arial" panose="020B0604020202020204" pitchFamily="34" charset="0"/>
              <a:buChar char="•"/>
            </a:pPr>
            <a:r>
              <a:rPr sz="1600" b="1">
                <a:solidFill>
                  <a:srgbClr val="00802E"/>
                </a:solidFill>
              </a:rPr>
              <a:t>Market Data</a:t>
            </a:r>
            <a:r>
              <a:rPr lang="de-CH" sz="1600"/>
              <a:t>:</a:t>
            </a:r>
            <a:r>
              <a:rPr sz="1600"/>
              <a:t> </a:t>
            </a:r>
            <a:endParaRPr lang="en-US" sz="1600"/>
          </a:p>
          <a:p>
            <a:pPr marL="465750" lvl="1" indent="-285750">
              <a:buFont typeface="Arial" panose="020B0604020202020204" pitchFamily="34" charset="0"/>
              <a:buChar char="•"/>
            </a:pPr>
            <a:r>
              <a:t>upstream price feed</a:t>
            </a:r>
          </a:p>
          <a:p>
            <a:pPr marL="285750" indent="-285750">
              <a:buFont typeface="Arial" panose="020B0604020202020204" pitchFamily="34" charset="0"/>
              <a:buChar char="•"/>
            </a:pPr>
            <a:r>
              <a:rPr sz="1600" b="1">
                <a:solidFill>
                  <a:srgbClr val="00802E"/>
                </a:solidFill>
              </a:rPr>
              <a:t>Portfolio</a:t>
            </a:r>
            <a:r>
              <a:rPr lang="de-CH" sz="1600"/>
              <a:t>: </a:t>
            </a:r>
          </a:p>
          <a:p>
            <a:pPr marL="465750" lvl="1" indent="-285750">
              <a:buFont typeface="Arial" panose="020B0604020202020204" pitchFamily="34" charset="0"/>
              <a:buChar char="•"/>
            </a:pPr>
            <a:r>
              <a:t>holdings &amp; valuation</a:t>
            </a:r>
          </a:p>
          <a:p>
            <a:pPr marL="285750" indent="-285750">
              <a:buFont typeface="Arial" panose="020B0604020202020204" pitchFamily="34" charset="0"/>
              <a:buChar char="•"/>
            </a:pPr>
            <a:r>
              <a:rPr sz="1600" b="1">
                <a:solidFill>
                  <a:srgbClr val="00802E"/>
                </a:solidFill>
              </a:rPr>
              <a:t>Trading</a:t>
            </a:r>
            <a:r>
              <a:rPr lang="de-CH" sz="1600"/>
              <a:t>: </a:t>
            </a:r>
          </a:p>
          <a:p>
            <a:pPr marL="465750" lvl="1" indent="-285750">
              <a:buFont typeface="Arial" panose="020B0604020202020204" pitchFamily="34" charset="0"/>
              <a:buChar char="•"/>
            </a:pPr>
            <a:r>
              <a:t>order lifecycle</a:t>
            </a:r>
          </a:p>
          <a:p>
            <a:pPr marL="285750" indent="-285750">
              <a:buFont typeface="Arial" panose="020B0604020202020204" pitchFamily="34" charset="0"/>
              <a:buChar char="•"/>
            </a:pPr>
            <a:r>
              <a:rPr sz="1600" b="1">
                <a:solidFill>
                  <a:srgbClr val="00802E"/>
                </a:solidFill>
              </a:rPr>
              <a:t>User</a:t>
            </a:r>
            <a:r>
              <a:rPr lang="de-CH" sz="1600"/>
              <a:t>: </a:t>
            </a:r>
          </a:p>
          <a:p>
            <a:pPr marL="465750" lvl="1" indent="-285750">
              <a:buFont typeface="Arial" panose="020B0604020202020204" pitchFamily="34" charset="0"/>
              <a:buChar char="•"/>
            </a:pPr>
            <a:r>
              <a:t>accounts &amp; confirmation</a:t>
            </a:r>
            <a:endParaRPr lang="de-CH"/>
          </a:p>
          <a:p>
            <a:pPr marL="285750" indent="-285750">
              <a:buFont typeface="Arial" panose="020B0604020202020204" pitchFamily="34" charset="0"/>
              <a:buChar char="•"/>
            </a:pPr>
            <a:r>
              <a:rPr lang="en-US" sz="1600" b="1">
                <a:solidFill>
                  <a:srgbClr val="00802E"/>
                </a:solidFill>
              </a:rPr>
              <a:t>Onboarding</a:t>
            </a:r>
            <a:r>
              <a:rPr lang="de-CH" sz="1400"/>
              <a:t>: </a:t>
            </a:r>
          </a:p>
          <a:p>
            <a:pPr marL="465750" lvl="1" indent="-285750">
              <a:buFont typeface="Arial" panose="020B0604020202020204" pitchFamily="34" charset="0"/>
              <a:buChar char="•"/>
            </a:pPr>
            <a:r>
              <a:rPr lang="en-US"/>
              <a:t>saga orchestrator</a:t>
            </a:r>
          </a:p>
        </p:txBody>
      </p:sp>
      <p:sp>
        <p:nvSpPr>
          <p:cNvPr id="6" name="Textfeld 5">
            <a:extLst>
              <a:ext uri="{FF2B5EF4-FFF2-40B4-BE49-F238E27FC236}">
                <a16:creationId xmlns:a16="http://schemas.microsoft.com/office/drawing/2014/main" id="{206DAC41-7803-FE50-DBED-19B0DA1B0034}"/>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3</a:t>
            </a:fld>
            <a:endParaRPr lang="de-DE" sz="1200">
              <a:solidFill>
                <a:schemeClr val="bg1"/>
              </a:solidFill>
            </a:endParaRPr>
          </a:p>
        </p:txBody>
      </p:sp>
      <p:sp>
        <p:nvSpPr>
          <p:cNvPr id="5" name="Rechteck 4">
            <a:extLst>
              <a:ext uri="{FF2B5EF4-FFF2-40B4-BE49-F238E27FC236}">
                <a16:creationId xmlns:a16="http://schemas.microsoft.com/office/drawing/2014/main" id="{86516D82-9D37-78AB-9479-BFD317259EFF}"/>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b="1" dirty="0">
                <a:solidFill>
                  <a:srgbClr val="00802E"/>
                </a:solidFill>
              </a:rPr>
              <a:t>Non-</a:t>
            </a:r>
            <a:r>
              <a:rPr lang="de-CH" b="1" dirty="0" err="1">
                <a:solidFill>
                  <a:srgbClr val="00802E"/>
                </a:solidFill>
              </a:rPr>
              <a:t>Functional</a:t>
            </a:r>
            <a:r>
              <a:rPr lang="de-CH" b="1" dirty="0">
                <a:solidFill>
                  <a:srgbClr val="00802E"/>
                </a:solidFill>
              </a:rPr>
              <a:t> Properties</a:t>
            </a:r>
          </a:p>
        </p:txBody>
      </p:sp>
      <p:sp>
        <p:nvSpPr>
          <p:cNvPr id="6" name="Textfeld 5">
            <a:extLst>
              <a:ext uri="{FF2B5EF4-FFF2-40B4-BE49-F238E27FC236}">
                <a16:creationId xmlns:a16="http://schemas.microsoft.com/office/drawing/2014/main" id="{682696F7-4BE1-94C6-E9AF-66845B9A5CA9}"/>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4</a:t>
            </a:fld>
            <a:endParaRPr lang="de-DE" sz="1200" dirty="0">
              <a:solidFill>
                <a:schemeClr val="bg1"/>
              </a:solidFill>
            </a:endParaRPr>
          </a:p>
        </p:txBody>
      </p:sp>
      <p:sp>
        <p:nvSpPr>
          <p:cNvPr id="7" name="Content Placeholder 6">
            <a:extLst>
              <a:ext uri="{FF2B5EF4-FFF2-40B4-BE49-F238E27FC236}">
                <a16:creationId xmlns:a16="http://schemas.microsoft.com/office/drawing/2014/main" id="{FFEC9FEF-08AE-EFBD-0A20-22A2B916E1D0}"/>
              </a:ext>
            </a:extLst>
          </p:cNvPr>
          <p:cNvSpPr>
            <a:spLocks noGrp="1"/>
          </p:cNvSpPr>
          <p:nvPr>
            <p:ph sz="half" idx="1"/>
          </p:nvPr>
        </p:nvSpPr>
        <p:spPr>
          <a:xfrm>
            <a:off x="358775" y="1276349"/>
            <a:ext cx="8426449" cy="3203576"/>
          </a:xfrm>
        </p:spPr>
        <p:txBody>
          <a:bodyPr/>
          <a:lstStyle/>
          <a:p>
            <a:r>
              <a:rPr lang="en-US" dirty="0"/>
              <a:t>Top 3 drivers</a:t>
            </a:r>
          </a:p>
          <a:p>
            <a:pPr marL="285750" indent="-285750">
              <a:buFont typeface="Symbol" pitchFamily="2" charset="2"/>
              <a:buChar char="-"/>
            </a:pPr>
            <a:r>
              <a:rPr lang="en-US" b="1" dirty="0">
                <a:solidFill>
                  <a:schemeClr val="accent1"/>
                </a:solidFill>
              </a:rPr>
              <a:t>Data integrity</a:t>
            </a:r>
            <a:r>
              <a:rPr lang="en-US" dirty="0"/>
              <a:t>: every state change must be durably captured and propagated across contexts without loss</a:t>
            </a:r>
          </a:p>
          <a:p>
            <a:pPr marL="285750" indent="-285750">
              <a:buFont typeface="Symbol" pitchFamily="2" charset="2"/>
              <a:buChar char="-"/>
            </a:pPr>
            <a:r>
              <a:rPr lang="en-US" b="1" dirty="0">
                <a:solidFill>
                  <a:schemeClr val="accent1"/>
                </a:solidFill>
              </a:rPr>
              <a:t>Fault tolerance</a:t>
            </a:r>
            <a:r>
              <a:rPr lang="en-US" dirty="0"/>
              <a:t>: </a:t>
            </a:r>
            <a:r>
              <a:rPr lang="de-DE" dirty="0" err="1"/>
              <a:t>services</a:t>
            </a:r>
            <a:r>
              <a:rPr lang="de-DE" dirty="0"/>
              <a:t> </a:t>
            </a:r>
            <a:r>
              <a:rPr lang="de-DE" dirty="0" err="1"/>
              <a:t>can</a:t>
            </a:r>
            <a:r>
              <a:rPr lang="de-DE" dirty="0"/>
              <a:t> fail </a:t>
            </a:r>
            <a:r>
              <a:rPr lang="de-DE" dirty="0" err="1"/>
              <a:t>independently</a:t>
            </a:r>
            <a:r>
              <a:rPr lang="de-DE" dirty="0"/>
              <a:t>; partial </a:t>
            </a:r>
            <a:r>
              <a:rPr lang="de-DE" dirty="0" err="1"/>
              <a:t>failures</a:t>
            </a:r>
            <a:r>
              <a:rPr lang="de-DE" dirty="0"/>
              <a:t> and </a:t>
            </a:r>
            <a:r>
              <a:rPr lang="de-DE" dirty="0" err="1"/>
              <a:t>outages</a:t>
            </a:r>
            <a:r>
              <a:rPr lang="de-DE" dirty="0"/>
              <a:t> </a:t>
            </a:r>
            <a:r>
              <a:rPr lang="de-DE" dirty="0" err="1"/>
              <a:t>must</a:t>
            </a:r>
            <a:r>
              <a:rPr lang="de-DE" dirty="0"/>
              <a:t> not </a:t>
            </a:r>
            <a:r>
              <a:rPr lang="de-DE" dirty="0" err="1"/>
              <a:t>corrupt</a:t>
            </a:r>
            <a:r>
              <a:rPr lang="de-DE" dirty="0"/>
              <a:t> </a:t>
            </a:r>
            <a:r>
              <a:rPr lang="de-DE" dirty="0" err="1"/>
              <a:t>state</a:t>
            </a:r>
            <a:r>
              <a:rPr lang="de-DE" dirty="0"/>
              <a:t> </a:t>
            </a:r>
            <a:r>
              <a:rPr lang="de-DE" dirty="0" err="1"/>
              <a:t>or</a:t>
            </a:r>
            <a:r>
              <a:rPr lang="de-DE" dirty="0"/>
              <a:t> block </a:t>
            </a:r>
            <a:r>
              <a:rPr lang="de-DE" dirty="0" err="1"/>
              <a:t>processing</a:t>
            </a:r>
            <a:endParaRPr lang="de-DE" dirty="0"/>
          </a:p>
          <a:p>
            <a:pPr marL="285750" indent="-285750">
              <a:buFont typeface="Symbol" pitchFamily="2" charset="2"/>
              <a:buChar char="-"/>
            </a:pPr>
            <a:r>
              <a:rPr lang="de-DE" b="1" dirty="0" err="1">
                <a:solidFill>
                  <a:schemeClr val="accent1"/>
                </a:solidFill>
              </a:rPr>
              <a:t>Availability</a:t>
            </a:r>
            <a:r>
              <a:rPr lang="de-DE" dirty="0"/>
              <a:t>: </a:t>
            </a:r>
            <a:r>
              <a:rPr lang="de-DE" dirty="0" err="1"/>
              <a:t>contexts</a:t>
            </a:r>
            <a:r>
              <a:rPr lang="de-DE" dirty="0"/>
              <a:t> </a:t>
            </a:r>
            <a:r>
              <a:rPr lang="de-DE" dirty="0" err="1"/>
              <a:t>remain</a:t>
            </a:r>
            <a:r>
              <a:rPr lang="de-DE" dirty="0"/>
              <a:t> operational </a:t>
            </a:r>
            <a:r>
              <a:rPr lang="de-DE" dirty="0" err="1"/>
              <a:t>even</a:t>
            </a:r>
            <a:r>
              <a:rPr lang="de-DE" dirty="0"/>
              <a:t> </a:t>
            </a:r>
            <a:r>
              <a:rPr lang="de-DE" dirty="0" err="1"/>
              <a:t>if</a:t>
            </a:r>
            <a:r>
              <a:rPr lang="de-DE" dirty="0"/>
              <a:t> </a:t>
            </a:r>
            <a:r>
              <a:rPr lang="de-DE" dirty="0" err="1"/>
              <a:t>others</a:t>
            </a:r>
            <a:r>
              <a:rPr lang="de-DE" dirty="0"/>
              <a:t> </a:t>
            </a:r>
            <a:r>
              <a:rPr lang="de-DE" dirty="0" err="1"/>
              <a:t>are</a:t>
            </a:r>
            <a:r>
              <a:rPr lang="de-DE" dirty="0"/>
              <a:t> </a:t>
            </a:r>
            <a:r>
              <a:rPr lang="de-DE" dirty="0" err="1"/>
              <a:t>unavailable</a:t>
            </a:r>
            <a:r>
              <a:rPr lang="de-DE" dirty="0"/>
              <a:t> → </a:t>
            </a:r>
            <a:r>
              <a:rPr lang="de-DE" dirty="0" err="1"/>
              <a:t>no</a:t>
            </a:r>
            <a:r>
              <a:rPr lang="de-DE" dirty="0"/>
              <a:t> </a:t>
            </a:r>
            <a:r>
              <a:rPr lang="de-DE" dirty="0" err="1"/>
              <a:t>cascading</a:t>
            </a:r>
            <a:r>
              <a:rPr lang="de-DE" dirty="0"/>
              <a:t> </a:t>
            </a:r>
            <a:r>
              <a:rPr lang="de-DE" dirty="0" err="1"/>
              <a:t>failures</a:t>
            </a:r>
            <a:endParaRPr lang="en-US" dirty="0"/>
          </a:p>
          <a:p>
            <a:endParaRPr lang="en-US" dirty="0"/>
          </a:p>
          <a:p>
            <a:r>
              <a:rPr lang="en-US" dirty="0"/>
              <a:t>Also driving</a:t>
            </a:r>
          </a:p>
          <a:p>
            <a:pPr marL="285750" indent="-285750">
              <a:buFont typeface="Symbol" pitchFamily="2" charset="2"/>
              <a:buChar char="-"/>
            </a:pPr>
            <a:r>
              <a:rPr lang="de-DE" b="1" dirty="0">
                <a:solidFill>
                  <a:srgbClr val="C00000"/>
                </a:solidFill>
              </a:rPr>
              <a:t>Data </a:t>
            </a:r>
            <a:r>
              <a:rPr lang="de-DE" b="1" dirty="0" err="1">
                <a:solidFill>
                  <a:srgbClr val="C00000"/>
                </a:solidFill>
              </a:rPr>
              <a:t>consistency</a:t>
            </a:r>
            <a:r>
              <a:rPr lang="de-DE" b="1" dirty="0">
                <a:solidFill>
                  <a:srgbClr val="C00000"/>
                </a:solidFill>
              </a:rPr>
              <a:t> (trade-off)</a:t>
            </a:r>
            <a:r>
              <a:rPr lang="de-DE" dirty="0"/>
              <a:t>: </a:t>
            </a:r>
            <a:r>
              <a:rPr lang="de-DE" dirty="0" err="1"/>
              <a:t>no</a:t>
            </a:r>
            <a:r>
              <a:rPr lang="de-DE" dirty="0"/>
              <a:t> </a:t>
            </a:r>
            <a:r>
              <a:rPr lang="de-DE" dirty="0" err="1"/>
              <a:t>shared</a:t>
            </a:r>
            <a:r>
              <a:rPr lang="de-DE" dirty="0"/>
              <a:t> </a:t>
            </a:r>
            <a:r>
              <a:rPr lang="de-DE" dirty="0" err="1"/>
              <a:t>database</a:t>
            </a:r>
            <a:r>
              <a:rPr lang="de-DE" dirty="0"/>
              <a:t>; </a:t>
            </a:r>
            <a:r>
              <a:rPr lang="de-DE" dirty="0" err="1"/>
              <a:t>strict</a:t>
            </a:r>
            <a:r>
              <a:rPr lang="de-DE" dirty="0"/>
              <a:t> </a:t>
            </a:r>
            <a:r>
              <a:rPr lang="de-DE" dirty="0" err="1"/>
              <a:t>consistency</a:t>
            </a:r>
            <a:r>
              <a:rPr lang="de-DE" dirty="0"/>
              <a:t> </a:t>
            </a:r>
            <a:r>
              <a:rPr lang="de-DE" dirty="0" err="1"/>
              <a:t>is</a:t>
            </a:r>
            <a:r>
              <a:rPr lang="de-DE" dirty="0"/>
              <a:t> </a:t>
            </a:r>
            <a:r>
              <a:rPr lang="de-DE" dirty="0" err="1"/>
              <a:t>sacrificed</a:t>
            </a:r>
            <a:r>
              <a:rPr lang="de-DE" dirty="0"/>
              <a:t> </a:t>
            </a:r>
            <a:r>
              <a:rPr lang="de-DE" dirty="0" err="1"/>
              <a:t>for</a:t>
            </a:r>
            <a:r>
              <a:rPr lang="de-DE" dirty="0"/>
              <a:t> </a:t>
            </a:r>
            <a:r>
              <a:rPr lang="de-DE" dirty="0" err="1"/>
              <a:t>availability</a:t>
            </a:r>
            <a:r>
              <a:rPr lang="de-DE" dirty="0"/>
              <a:t> → </a:t>
            </a:r>
            <a:r>
              <a:rPr lang="de-DE" dirty="0" err="1"/>
              <a:t>system</a:t>
            </a:r>
            <a:r>
              <a:rPr lang="de-DE" dirty="0"/>
              <a:t> </a:t>
            </a:r>
            <a:r>
              <a:rPr lang="de-DE" dirty="0" err="1"/>
              <a:t>converges</a:t>
            </a:r>
            <a:r>
              <a:rPr lang="de-DE" dirty="0"/>
              <a:t> via eventual </a:t>
            </a:r>
            <a:r>
              <a:rPr lang="de-DE" dirty="0" err="1"/>
              <a:t>consistency</a:t>
            </a:r>
            <a:r>
              <a:rPr lang="de-DE" dirty="0"/>
              <a:t> (</a:t>
            </a:r>
            <a:r>
              <a:rPr lang="de-DE" dirty="0" err="1"/>
              <a:t>events</a:t>
            </a:r>
            <a:r>
              <a:rPr lang="de-DE" dirty="0"/>
              <a:t>, </a:t>
            </a:r>
            <a:r>
              <a:rPr lang="de-DE" dirty="0" err="1"/>
              <a:t>sagas</a:t>
            </a:r>
            <a:r>
              <a:rPr lang="de-DE" dirty="0"/>
              <a:t>)</a:t>
            </a:r>
            <a:endParaRPr lang="en-US" dirty="0"/>
          </a:p>
          <a:p>
            <a:pPr marL="285750" indent="-285750">
              <a:buFont typeface="Symbol" pitchFamily="2" charset="2"/>
              <a:buChar char="-"/>
            </a:pPr>
            <a:r>
              <a:rPr lang="en-US" b="1" dirty="0"/>
              <a:t>Responsiveness</a:t>
            </a:r>
            <a:r>
              <a:rPr lang="en-US" dirty="0"/>
              <a:t>: </a:t>
            </a:r>
            <a:r>
              <a:rPr lang="de-DE" dirty="0" err="1"/>
              <a:t>state</a:t>
            </a:r>
            <a:r>
              <a:rPr lang="de-DE" dirty="0"/>
              <a:t> </a:t>
            </a:r>
            <a:r>
              <a:rPr lang="de-DE" dirty="0" err="1"/>
              <a:t>changes</a:t>
            </a:r>
            <a:r>
              <a:rPr lang="de-DE" dirty="0"/>
              <a:t> </a:t>
            </a:r>
            <a:r>
              <a:rPr lang="de-DE" dirty="0" err="1"/>
              <a:t>reflected</a:t>
            </a:r>
            <a:r>
              <a:rPr lang="de-DE" dirty="0"/>
              <a:t> </a:t>
            </a:r>
            <a:r>
              <a:rPr lang="de-DE" dirty="0" err="1"/>
              <a:t>with</a:t>
            </a:r>
            <a:r>
              <a:rPr lang="de-DE" dirty="0"/>
              <a:t> minimal </a:t>
            </a:r>
            <a:r>
              <a:rPr lang="de-DE" dirty="0" err="1"/>
              <a:t>delay</a:t>
            </a:r>
            <a:endParaRPr lang="en-US" dirty="0"/>
          </a:p>
          <a:p>
            <a:pPr marL="285750" indent="-285750">
              <a:buFont typeface="Symbol" pitchFamily="2" charset="2"/>
              <a:buChar char="-"/>
            </a:pPr>
            <a:r>
              <a:rPr lang="en-US" b="1" dirty="0" err="1"/>
              <a:t>Deployability</a:t>
            </a:r>
            <a:r>
              <a:rPr lang="en-US" dirty="0"/>
              <a:t>: </a:t>
            </a:r>
            <a:r>
              <a:rPr lang="de-DE" dirty="0" err="1"/>
              <a:t>services</a:t>
            </a:r>
            <a:r>
              <a:rPr lang="de-DE" dirty="0"/>
              <a:t> </a:t>
            </a:r>
            <a:r>
              <a:rPr lang="de-DE" dirty="0" err="1"/>
              <a:t>independently</a:t>
            </a:r>
            <a:r>
              <a:rPr lang="de-DE" dirty="0"/>
              <a:t> </a:t>
            </a:r>
            <a:r>
              <a:rPr lang="de-DE" dirty="0" err="1"/>
              <a:t>developable</a:t>
            </a:r>
            <a:r>
              <a:rPr lang="de-DE" dirty="0"/>
              <a:t> and </a:t>
            </a:r>
            <a:r>
              <a:rPr lang="de-DE" dirty="0" err="1"/>
              <a:t>releasable</a:t>
            </a:r>
            <a:endParaRPr lang="en-US" dirty="0"/>
          </a:p>
          <a:p>
            <a:pPr marL="285750" indent="-285750">
              <a:buFont typeface="Symbol" pitchFamily="2" charset="2"/>
              <a:buChar char="-"/>
            </a:pPr>
            <a:r>
              <a:rPr lang="en-US" b="1" dirty="0"/>
              <a:t>Extensibility</a:t>
            </a:r>
            <a:r>
              <a:rPr lang="en-US" dirty="0"/>
              <a:t>: </a:t>
            </a:r>
            <a:r>
              <a:rPr lang="de-DE" dirty="0" err="1"/>
              <a:t>integrations</a:t>
            </a:r>
            <a:r>
              <a:rPr lang="de-DE" dirty="0"/>
              <a:t> </a:t>
            </a:r>
            <a:r>
              <a:rPr lang="de-DE" dirty="0" err="1"/>
              <a:t>replaceable</a:t>
            </a:r>
            <a:r>
              <a:rPr lang="de-DE" dirty="0"/>
              <a:t> </a:t>
            </a:r>
            <a:r>
              <a:rPr lang="de-DE" dirty="0" err="1"/>
              <a:t>without</a:t>
            </a:r>
            <a:r>
              <a:rPr lang="de-DE" dirty="0"/>
              <a:t> </a:t>
            </a:r>
            <a:r>
              <a:rPr lang="de-DE" dirty="0" err="1"/>
              <a:t>changing</a:t>
            </a:r>
            <a:r>
              <a:rPr lang="de-DE" dirty="0"/>
              <a:t> </a:t>
            </a:r>
            <a:r>
              <a:rPr lang="de-DE" dirty="0" err="1"/>
              <a:t>domain</a:t>
            </a:r>
            <a:r>
              <a:rPr lang="de-DE" dirty="0"/>
              <a:t> </a:t>
            </a:r>
            <a:r>
              <a:rPr lang="de-DE" dirty="0" err="1"/>
              <a:t>logic</a:t>
            </a:r>
            <a:endParaRPr lang="en-US" dirty="0"/>
          </a:p>
          <a:p>
            <a:endParaRPr lang="en-US" dirty="0"/>
          </a:p>
          <a:p>
            <a:r>
              <a:rPr lang="en-US" dirty="0"/>
              <a:t>Others considered: scalability, testability, interoperability, recoverability</a:t>
            </a:r>
          </a:p>
        </p:txBody>
      </p:sp>
      <p:sp>
        <p:nvSpPr>
          <p:cNvPr id="3" name="Rechteck 2">
            <a:extLst>
              <a:ext uri="{FF2B5EF4-FFF2-40B4-BE49-F238E27FC236}">
                <a16:creationId xmlns:a16="http://schemas.microsoft.com/office/drawing/2014/main" id="{5D9DF689-BC35-62B4-3820-8B811AF4715E}"/>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extLst>
      <p:ext uri="{BB962C8B-B14F-4D97-AF65-F5344CB8AC3E}">
        <p14:creationId xmlns:p14="http://schemas.microsoft.com/office/powerpoint/2010/main" val="3410646215"/>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00802E"/>
                </a:solidFill>
              </a:rPr>
              <a:t>Architecture Overview</a:t>
            </a:r>
          </a:p>
        </p:txBody>
      </p:sp>
      <p:sp>
        <p:nvSpPr>
          <p:cNvPr id="3" name="Content Placeholder 2"/>
          <p:cNvSpPr>
            <a:spLocks noGrp="1"/>
          </p:cNvSpPr>
          <p:nvPr>
            <p:ph sz="half" idx="1"/>
          </p:nvPr>
        </p:nvSpPr>
        <p:spPr>
          <a:xfrm>
            <a:off x="358775" y="1319755"/>
            <a:ext cx="3647616" cy="2503989"/>
          </a:xfrm>
        </p:spPr>
        <p:txBody>
          <a:bodyPr wrap="square"/>
          <a:lstStyle/>
          <a:p>
            <a:pPr marL="285750" indent="-285750">
              <a:buFont typeface="Arial" panose="020B0604020202020204" pitchFamily="34" charset="0"/>
              <a:buChar char="•"/>
            </a:pPr>
            <a:r>
              <a:rPr sz="1600"/>
              <a:t>Two communication channels: </a:t>
            </a:r>
            <a:endParaRPr lang="de-CH" sz="1600"/>
          </a:p>
          <a:p>
            <a:pPr marL="465750" lvl="1" indent="-285750">
              <a:buFont typeface="Arial" panose="020B0604020202020204" pitchFamily="34" charset="0"/>
              <a:buChar char="•"/>
            </a:pPr>
            <a:r>
              <a:t>Kafka + </a:t>
            </a:r>
            <a:r>
              <a:rPr err="1"/>
              <a:t>Zeebe</a:t>
            </a:r>
            <a:endParaRPr lang="de-CH"/>
          </a:p>
          <a:p>
            <a:pPr marL="285750" indent="-285750">
              <a:buFont typeface="Arial" panose="020B0604020202020204" pitchFamily="34" charset="0"/>
              <a:buChar char="•"/>
            </a:pPr>
            <a:endParaRPr sz="1600"/>
          </a:p>
          <a:p>
            <a:pPr marL="285750" indent="-285750">
              <a:buFont typeface="Arial" panose="020B0604020202020204" pitchFamily="34" charset="0"/>
              <a:buChar char="•"/>
            </a:pPr>
            <a:r>
              <a:rPr sz="1600"/>
              <a:t>No synchronous inter-service calls</a:t>
            </a:r>
            <a:endParaRPr lang="de-CH" sz="1600"/>
          </a:p>
          <a:p>
            <a:endParaRPr sz="1600"/>
          </a:p>
          <a:p>
            <a:pPr marL="285750" indent="-285750">
              <a:buFont typeface="Arial" panose="020B0604020202020204" pitchFamily="34" charset="0"/>
              <a:buChar char="•"/>
            </a:pPr>
            <a:r>
              <a:rPr sz="1600"/>
              <a:t>REST only for external clients</a:t>
            </a:r>
            <a:endParaRPr lang="de-CH" sz="1600"/>
          </a:p>
          <a:p>
            <a:pPr marL="285750" indent="-285750">
              <a:buFont typeface="Arial" panose="020B0604020202020204" pitchFamily="34" charset="0"/>
              <a:buChar char="•"/>
            </a:pPr>
            <a:endParaRPr sz="1600"/>
          </a:p>
          <a:p>
            <a:pPr marL="285750" indent="-285750">
              <a:buFont typeface="Arial" panose="020B0604020202020204" pitchFamily="34" charset="0"/>
              <a:buChar char="•"/>
            </a:pPr>
            <a:r>
              <a:rPr sz="1600"/>
              <a:t>Database-per-service</a:t>
            </a:r>
            <a:r>
              <a:rPr lang="de-CH" sz="1600"/>
              <a:t> </a:t>
            </a:r>
            <a:r>
              <a:rPr lang="de-CH" sz="1600" err="1"/>
              <a:t>where</a:t>
            </a:r>
            <a:r>
              <a:rPr lang="de-CH" sz="1600"/>
              <a:t> </a:t>
            </a:r>
            <a:r>
              <a:rPr lang="de-CH" sz="1600" err="1"/>
              <a:t>needed</a:t>
            </a:r>
            <a:endParaRPr lang="de-CH" sz="1600"/>
          </a:p>
          <a:p>
            <a:pPr marL="465750" lvl="1" indent="-285750">
              <a:buFont typeface="Arial" panose="020B0604020202020204" pitchFamily="34" charset="0"/>
              <a:buChar char="•"/>
            </a:pPr>
            <a:r>
              <a:t>Market Data and Onboarding are stateless</a:t>
            </a:r>
          </a:p>
        </p:txBody>
      </p:sp>
      <p:pic>
        <p:nvPicPr>
          <p:cNvPr id="4" name="Picture 3" descr="deployment-overview.png"/>
          <p:cNvPicPr>
            <a:picLocks noChangeAspect="1"/>
          </p:cNvPicPr>
          <p:nvPr/>
        </p:nvPicPr>
        <p:blipFill>
          <a:blip r:embed="rId3"/>
          <a:stretch>
            <a:fillRect/>
          </a:stretch>
        </p:blipFill>
        <p:spPr>
          <a:xfrm>
            <a:off x="4006392" y="1319755"/>
            <a:ext cx="5059684" cy="2417176"/>
          </a:xfrm>
          <a:prstGeom prst="rect">
            <a:avLst/>
          </a:prstGeom>
        </p:spPr>
      </p:pic>
      <p:sp>
        <p:nvSpPr>
          <p:cNvPr id="6" name="Textfeld 5">
            <a:extLst>
              <a:ext uri="{FF2B5EF4-FFF2-40B4-BE49-F238E27FC236}">
                <a16:creationId xmlns:a16="http://schemas.microsoft.com/office/drawing/2014/main" id="{682696F7-4BE1-94C6-E9AF-66845B9A5CA9}"/>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5</a:t>
            </a:fld>
            <a:endParaRPr lang="de-DE" sz="1200">
              <a:solidFill>
                <a:schemeClr val="bg1"/>
              </a:solidFill>
            </a:endParaRPr>
          </a:p>
        </p:txBody>
      </p:sp>
      <p:sp>
        <p:nvSpPr>
          <p:cNvPr id="5" name="Rechteck 4">
            <a:extLst>
              <a:ext uri="{FF2B5EF4-FFF2-40B4-BE49-F238E27FC236}">
                <a16:creationId xmlns:a16="http://schemas.microsoft.com/office/drawing/2014/main" id="{1135BB86-BD57-C330-94E7-2FB3FBCF34A7}"/>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solidFill>
                  <a:srgbClr val="00802E"/>
                </a:solidFill>
              </a:rPr>
              <a:t>Why Camunda 8 </a:t>
            </a:r>
            <a:r>
              <a:rPr lang="de-CH" b="1" dirty="0">
                <a:solidFill>
                  <a:srgbClr val="00802E"/>
                </a:solidFill>
              </a:rPr>
              <a:t>/ </a:t>
            </a:r>
            <a:r>
              <a:rPr b="1" dirty="0" err="1">
                <a:solidFill>
                  <a:srgbClr val="00802E"/>
                </a:solidFill>
              </a:rPr>
              <a:t>Zeebe</a:t>
            </a:r>
            <a:r>
              <a:rPr b="1" dirty="0">
                <a:solidFill>
                  <a:srgbClr val="00802E"/>
                </a:solidFill>
              </a:rPr>
              <a:t>?</a:t>
            </a:r>
          </a:p>
        </p:txBody>
      </p:sp>
      <p:sp>
        <p:nvSpPr>
          <p:cNvPr id="3" name="Content Placeholder 2"/>
          <p:cNvSpPr>
            <a:spLocks noGrp="1"/>
          </p:cNvSpPr>
          <p:nvPr>
            <p:ph idx="1"/>
          </p:nvPr>
        </p:nvSpPr>
        <p:spPr/>
        <p:txBody>
          <a:bodyPr wrap="square"/>
          <a:lstStyle/>
          <a:p>
            <a:pPr marL="285750" indent="-285750">
              <a:buFont typeface="Arial" panose="020B0604020202020204" pitchFamily="34" charset="0"/>
              <a:buChar char="•"/>
            </a:pPr>
            <a:r>
              <a:rPr sz="1400" dirty="0"/>
              <a:t>Two workflows need durable waiting states</a:t>
            </a:r>
            <a:r>
              <a:rPr lang="de-CH" sz="1400" dirty="0"/>
              <a:t>:</a:t>
            </a:r>
          </a:p>
          <a:p>
            <a:pPr marL="465750" lvl="1" indent="-285750">
              <a:buFont typeface="Arial" panose="020B0604020202020204" pitchFamily="34" charset="0"/>
              <a:buChar char="•"/>
            </a:pPr>
            <a:r>
              <a:rPr sz="1200" dirty="0"/>
              <a:t>onboarding and </a:t>
            </a:r>
            <a:endParaRPr lang="de-CH" sz="1200" dirty="0"/>
          </a:p>
          <a:p>
            <a:pPr marL="465750" lvl="1" indent="-285750">
              <a:buFont typeface="Arial" panose="020B0604020202020204" pitchFamily="34" charset="0"/>
              <a:buChar char="•"/>
            </a:pPr>
            <a:r>
              <a:rPr sz="1200" dirty="0"/>
              <a:t>order placement</a:t>
            </a:r>
            <a:endParaRPr lang="de-CH" sz="1200" dirty="0"/>
          </a:p>
          <a:p>
            <a:pPr marL="285750" indent="-285750">
              <a:buFont typeface="Arial" panose="020B0604020202020204" pitchFamily="34" charset="0"/>
              <a:buChar char="•"/>
            </a:pPr>
            <a:endParaRPr sz="1400" dirty="0"/>
          </a:p>
          <a:p>
            <a:pPr marL="285750" indent="-285750">
              <a:buFont typeface="Arial" panose="020B0604020202020204" pitchFamily="34" charset="0"/>
              <a:buChar char="•"/>
            </a:pPr>
            <a:r>
              <a:rPr sz="1400" dirty="0"/>
              <a:t>Why not Camunda 7 / </a:t>
            </a:r>
            <a:r>
              <a:rPr sz="1400" dirty="0" err="1"/>
              <a:t>Operaton</a:t>
            </a:r>
            <a:r>
              <a:rPr sz="1400" dirty="0"/>
              <a:t>?</a:t>
            </a:r>
            <a:endParaRPr lang="de-CH" dirty="0"/>
          </a:p>
          <a:p>
            <a:pPr marL="465750" lvl="1" indent="-285750">
              <a:buFont typeface="Arial" panose="020B0604020202020204" pitchFamily="34" charset="0"/>
              <a:buChar char="•"/>
            </a:pPr>
            <a:r>
              <a:rPr sz="1200" dirty="0"/>
              <a:t>Embedded engine stores process state in the application DB</a:t>
            </a:r>
            <a:endParaRPr lang="de-CH" sz="1200" dirty="0"/>
          </a:p>
          <a:p>
            <a:pPr marL="465750" lvl="1" indent="-285750">
              <a:buFont typeface="Arial" panose="020B0604020202020204" pitchFamily="34" charset="0"/>
              <a:buChar char="•"/>
            </a:pPr>
            <a:r>
              <a:rPr sz="1200" dirty="0"/>
              <a:t>Many concurrent </a:t>
            </a:r>
            <a:r>
              <a:rPr sz="1200" dirty="0" err="1"/>
              <a:t>placeOrder</a:t>
            </a:r>
            <a:r>
              <a:rPr sz="1200" dirty="0"/>
              <a:t> waits would need a shared polling table</a:t>
            </a:r>
            <a:endParaRPr lang="de-CH" sz="1200" dirty="0"/>
          </a:p>
          <a:p>
            <a:pPr marL="465750" lvl="1" indent="-285750">
              <a:buFont typeface="Arial" panose="020B0604020202020204" pitchFamily="34" charset="0"/>
              <a:buChar char="•"/>
            </a:pPr>
            <a:r>
              <a:rPr sz="1200" dirty="0"/>
              <a:t>Kafka and SMTP require custom application-level client code</a:t>
            </a:r>
            <a:endParaRPr lang="de-CH" sz="1200" dirty="0"/>
          </a:p>
          <a:p>
            <a:pPr marL="465750" lvl="1" indent="-285750">
              <a:buFont typeface="Arial" panose="020B0604020202020204" pitchFamily="34" charset="0"/>
              <a:buChar char="•"/>
            </a:pPr>
            <a:endParaRPr sz="1200" dirty="0"/>
          </a:p>
          <a:p>
            <a:pPr marL="285750" indent="-285750">
              <a:buFont typeface="Arial" panose="020B0604020202020204" pitchFamily="34" charset="0"/>
              <a:buChar char="•"/>
            </a:pPr>
            <a:r>
              <a:rPr dirty="0"/>
              <a:t>Camunda 8 / </a:t>
            </a:r>
            <a:r>
              <a:rPr dirty="0" err="1"/>
              <a:t>Zeebe</a:t>
            </a:r>
            <a:r>
              <a:rPr dirty="0"/>
              <a:t> advantages</a:t>
            </a:r>
            <a:endParaRPr lang="de-CH" dirty="0"/>
          </a:p>
          <a:p>
            <a:pPr marL="465750" lvl="1" indent="-285750">
              <a:buFont typeface="Arial" panose="020B0604020202020204" pitchFamily="34" charset="0"/>
              <a:buChar char="•"/>
            </a:pPr>
            <a:r>
              <a:rPr sz="1200" dirty="0"/>
              <a:t>Partitioned log </a:t>
            </a:r>
            <a:r>
              <a:rPr lang="en-US" sz="1200" dirty="0"/>
              <a:t>-</a:t>
            </a:r>
            <a:r>
              <a:rPr sz="1200" dirty="0"/>
              <a:t> each instance waits independently, no job-lock contention</a:t>
            </a:r>
            <a:endParaRPr lang="de-CH" sz="1200" dirty="0"/>
          </a:p>
          <a:p>
            <a:pPr marL="465750" lvl="1" indent="-285750">
              <a:buFont typeface="Arial" panose="020B0604020202020204" pitchFamily="34" charset="0"/>
              <a:buChar char="•"/>
            </a:pPr>
            <a:r>
              <a:rPr sz="1200" dirty="0"/>
              <a:t>Connector templates </a:t>
            </a:r>
            <a:r>
              <a:rPr lang="en-US" sz="1200" dirty="0"/>
              <a:t>-</a:t>
            </a:r>
            <a:r>
              <a:rPr sz="1200" dirty="0"/>
              <a:t> Kafka + SMTP inside BPMN, zero notification code</a:t>
            </a:r>
            <a:endParaRPr lang="de-CH" sz="1200" dirty="0"/>
          </a:p>
          <a:p>
            <a:pPr marL="465750" lvl="1" indent="-285750">
              <a:buFont typeface="Arial" panose="020B0604020202020204" pitchFamily="34" charset="0"/>
              <a:buChar char="•"/>
            </a:pPr>
            <a:r>
              <a:rPr sz="1200" dirty="0"/>
              <a:t>Camunda Operate </a:t>
            </a:r>
            <a:r>
              <a:rPr lang="en-US" sz="1200" dirty="0"/>
              <a:t>-</a:t>
            </a:r>
            <a:r>
              <a:rPr sz="1200" dirty="0"/>
              <a:t> runtime visibility without custom dashboards</a:t>
            </a:r>
          </a:p>
        </p:txBody>
      </p:sp>
      <p:sp>
        <p:nvSpPr>
          <p:cNvPr id="4" name="Textfeld 3">
            <a:extLst>
              <a:ext uri="{FF2B5EF4-FFF2-40B4-BE49-F238E27FC236}">
                <a16:creationId xmlns:a16="http://schemas.microsoft.com/office/drawing/2014/main" id="{9C210F34-FF09-6865-A3B1-6A2AB6A1CC4A}"/>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6</a:t>
            </a:fld>
            <a:endParaRPr lang="de-DE" sz="1200">
              <a:solidFill>
                <a:schemeClr val="bg1"/>
              </a:solidFill>
            </a:endParaRPr>
          </a:p>
        </p:txBody>
      </p:sp>
      <p:sp>
        <p:nvSpPr>
          <p:cNvPr id="5" name="Rechteck 4">
            <a:extLst>
              <a:ext uri="{FF2B5EF4-FFF2-40B4-BE49-F238E27FC236}">
                <a16:creationId xmlns:a16="http://schemas.microsoft.com/office/drawing/2014/main" id="{A99E5A74-B06E-BBF2-82BC-B1028D8ABD96}"/>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Two Saga Patterns</a:t>
            </a:r>
            <a:r>
              <a:rPr lang="de-CH"/>
              <a:t>:</a:t>
            </a:r>
            <a:r>
              <a:t> </a:t>
            </a:r>
            <a:r>
              <a:rPr b="1">
                <a:solidFill>
                  <a:srgbClr val="00802E"/>
                </a:solidFill>
              </a:rPr>
              <a:t>Driven by Wait Semantics</a:t>
            </a:r>
          </a:p>
        </p:txBody>
      </p:sp>
      <p:sp>
        <p:nvSpPr>
          <p:cNvPr id="3" name="Content Placeholder 2"/>
          <p:cNvSpPr>
            <a:spLocks noGrp="1"/>
          </p:cNvSpPr>
          <p:nvPr>
            <p:ph idx="1"/>
          </p:nvPr>
        </p:nvSpPr>
        <p:spPr/>
        <p:txBody>
          <a:bodyPr wrap="square"/>
          <a:lstStyle/>
          <a:p>
            <a:r>
              <a:rPr sz="1400" dirty="0"/>
              <a:t>Two orchestrated saga styles</a:t>
            </a:r>
            <a:r>
              <a:rPr lang="de-CH" sz="1400" dirty="0"/>
              <a:t>: </a:t>
            </a:r>
            <a:r>
              <a:rPr sz="1400" dirty="0"/>
              <a:t>choice driven by nature of the wait</a:t>
            </a:r>
          </a:p>
          <a:p>
            <a:endParaRPr lang="de-CH" sz="1400" dirty="0"/>
          </a:p>
          <a:p>
            <a:pPr marL="285750" indent="-285750">
              <a:buFont typeface="Arial" panose="020B0604020202020204" pitchFamily="34" charset="0"/>
              <a:buChar char="•"/>
            </a:pPr>
            <a:r>
              <a:rPr sz="1400" dirty="0"/>
              <a:t>Onboarding</a:t>
            </a:r>
            <a:r>
              <a:rPr lang="de-CH" sz="1400" dirty="0"/>
              <a:t>:</a:t>
            </a:r>
            <a:r>
              <a:rPr sz="1400" dirty="0"/>
              <a:t> </a:t>
            </a:r>
            <a:r>
              <a:rPr sz="1400" b="1" dirty="0">
                <a:solidFill>
                  <a:srgbClr val="00802E"/>
                </a:solidFill>
              </a:rPr>
              <a:t>Parallel Saga</a:t>
            </a:r>
            <a:endParaRPr lang="de-CH" b="1" dirty="0">
              <a:solidFill>
                <a:srgbClr val="00802E"/>
              </a:solidFill>
            </a:endParaRPr>
          </a:p>
          <a:p>
            <a:pPr marL="465750" lvl="1" indent="-285750">
              <a:buFont typeface="Arial" panose="020B0604020202020204" pitchFamily="34" charset="0"/>
              <a:buChar char="•"/>
            </a:pPr>
            <a:r>
              <a:rPr sz="1200" dirty="0"/>
              <a:t>Deterministic wait (user clicks confirmation link)</a:t>
            </a:r>
            <a:endParaRPr lang="de-CH" sz="1200" dirty="0"/>
          </a:p>
          <a:p>
            <a:pPr marL="465750" lvl="1" indent="-285750">
              <a:buFont typeface="Arial" panose="020B0604020202020204" pitchFamily="34" charset="0"/>
              <a:buChar char="•"/>
            </a:pPr>
            <a:r>
              <a:rPr sz="1200" dirty="0"/>
              <a:t>Spans two bounded contexts</a:t>
            </a:r>
            <a:r>
              <a:rPr lang="de-CH" sz="1200" dirty="0"/>
              <a:t>: </a:t>
            </a:r>
            <a:r>
              <a:rPr sz="1200" dirty="0">
                <a:solidFill>
                  <a:srgbClr val="00802E"/>
                </a:solidFill>
              </a:rPr>
              <a:t>User</a:t>
            </a:r>
            <a:r>
              <a:rPr sz="1200" dirty="0"/>
              <a:t> + </a:t>
            </a:r>
            <a:r>
              <a:rPr sz="1200" dirty="0">
                <a:solidFill>
                  <a:srgbClr val="00802E"/>
                </a:solidFill>
              </a:rPr>
              <a:t>Portfolio</a:t>
            </a:r>
            <a:endParaRPr lang="de-CH" sz="1200" dirty="0">
              <a:solidFill>
                <a:srgbClr val="00802E"/>
              </a:solidFill>
            </a:endParaRPr>
          </a:p>
          <a:p>
            <a:pPr marL="465750" lvl="1" indent="-285750">
              <a:buFont typeface="Arial" panose="020B0604020202020204" pitchFamily="34" charset="0"/>
              <a:buChar char="•"/>
            </a:pPr>
            <a:r>
              <a:rPr sz="1200" dirty="0"/>
              <a:t>Needs all-or-nothing consistency</a:t>
            </a:r>
            <a:endParaRPr lang="de-CH" sz="1200" dirty="0"/>
          </a:p>
          <a:p>
            <a:pPr marL="360000" lvl="2" indent="0">
              <a:buNone/>
            </a:pPr>
            <a:endParaRPr sz="1200" dirty="0"/>
          </a:p>
          <a:p>
            <a:pPr marL="285750" indent="-285750">
              <a:buFont typeface="Arial" panose="020B0604020202020204" pitchFamily="34" charset="0"/>
              <a:buChar char="•"/>
            </a:pPr>
            <a:r>
              <a:rPr sz="1400" dirty="0"/>
              <a:t>Order Placement</a:t>
            </a:r>
            <a:r>
              <a:rPr lang="de-CH" sz="1400" dirty="0"/>
              <a:t>: </a:t>
            </a:r>
            <a:r>
              <a:rPr sz="1400" b="1" dirty="0">
                <a:solidFill>
                  <a:srgbClr val="00802E"/>
                </a:solidFill>
              </a:rPr>
              <a:t>Fairy Tale Saga</a:t>
            </a:r>
            <a:endParaRPr lang="de-CH" b="1" dirty="0">
              <a:solidFill>
                <a:srgbClr val="00802E"/>
              </a:solidFill>
            </a:endParaRPr>
          </a:p>
          <a:p>
            <a:pPr marL="465750" lvl="1" indent="-285750">
              <a:buFont typeface="Arial" panose="020B0604020202020204" pitchFamily="34" charset="0"/>
              <a:buChar char="•"/>
            </a:pPr>
            <a:r>
              <a:rPr sz="1200" dirty="0"/>
              <a:t>Non-deterministic wait (price match from market feed)</a:t>
            </a:r>
            <a:endParaRPr lang="de-CH" sz="1200" dirty="0"/>
          </a:p>
          <a:p>
            <a:pPr marL="465750" lvl="1" indent="-285750">
              <a:buFont typeface="Arial" panose="020B0604020202020204" pitchFamily="34" charset="0"/>
              <a:buChar char="•"/>
            </a:pPr>
            <a:r>
              <a:rPr sz="1200" dirty="0"/>
              <a:t>Stays inside one bounded context</a:t>
            </a:r>
            <a:r>
              <a:rPr lang="de-CH" sz="1200" dirty="0"/>
              <a:t>: </a:t>
            </a:r>
            <a:r>
              <a:rPr sz="1200" dirty="0">
                <a:solidFill>
                  <a:srgbClr val="00802E"/>
                </a:solidFill>
              </a:rPr>
              <a:t>Trading</a:t>
            </a:r>
            <a:endParaRPr lang="de-CH" sz="1200" dirty="0">
              <a:solidFill>
                <a:srgbClr val="00802E"/>
              </a:solidFill>
            </a:endParaRPr>
          </a:p>
          <a:p>
            <a:pPr marL="465750" lvl="1" indent="-285750">
              <a:buFont typeface="Arial" panose="020B0604020202020204" pitchFamily="34" charset="0"/>
              <a:buChar char="•"/>
            </a:pPr>
            <a:r>
              <a:rPr sz="1200" dirty="0"/>
              <a:t>Accepts eventual consistency with </a:t>
            </a:r>
            <a:r>
              <a:rPr sz="1200" dirty="0">
                <a:solidFill>
                  <a:srgbClr val="00802E"/>
                </a:solidFill>
              </a:rPr>
              <a:t>Portfolio</a:t>
            </a:r>
          </a:p>
        </p:txBody>
      </p:sp>
      <p:sp>
        <p:nvSpPr>
          <p:cNvPr id="4" name="Textfeld 3">
            <a:extLst>
              <a:ext uri="{FF2B5EF4-FFF2-40B4-BE49-F238E27FC236}">
                <a16:creationId xmlns:a16="http://schemas.microsoft.com/office/drawing/2014/main" id="{5C76045A-16BC-E40D-2927-E405F52888B2}"/>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7</a:t>
            </a:fld>
            <a:endParaRPr lang="de-DE" sz="1200">
              <a:solidFill>
                <a:schemeClr val="bg1"/>
              </a:solidFill>
            </a:endParaRPr>
          </a:p>
        </p:txBody>
      </p:sp>
      <p:sp>
        <p:nvSpPr>
          <p:cNvPr id="5" name="Rechteck 4">
            <a:extLst>
              <a:ext uri="{FF2B5EF4-FFF2-40B4-BE49-F238E27FC236}">
                <a16:creationId xmlns:a16="http://schemas.microsoft.com/office/drawing/2014/main" id="{D7811D09-FB76-8323-71C7-33E032576060}"/>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serOnboarding-bpmn.png"/>
          <p:cNvPicPr>
            <a:picLocks noChangeAspect="1"/>
          </p:cNvPicPr>
          <p:nvPr/>
        </p:nvPicPr>
        <p:blipFill>
          <a:blip r:embed="rId3"/>
          <a:stretch>
            <a:fillRect/>
          </a:stretch>
        </p:blipFill>
        <p:spPr>
          <a:xfrm>
            <a:off x="178398" y="946928"/>
            <a:ext cx="8787203" cy="3249644"/>
          </a:xfrm>
          <a:prstGeom prst="rect">
            <a:avLst/>
          </a:prstGeom>
        </p:spPr>
      </p:pic>
      <p:sp>
        <p:nvSpPr>
          <p:cNvPr id="2" name="Title 1"/>
          <p:cNvSpPr>
            <a:spLocks noGrp="1"/>
          </p:cNvSpPr>
          <p:nvPr>
            <p:ph type="title"/>
          </p:nvPr>
        </p:nvSpPr>
        <p:spPr/>
        <p:txBody>
          <a:bodyPr/>
          <a:lstStyle/>
          <a:p>
            <a:r>
              <a:t>Onboarding</a:t>
            </a:r>
            <a:r>
              <a:rPr lang="de-CH"/>
              <a:t>: </a:t>
            </a:r>
            <a:r>
              <a:rPr b="1">
                <a:solidFill>
                  <a:srgbClr val="00802E"/>
                </a:solidFill>
              </a:rPr>
              <a:t>Parallel Saga</a:t>
            </a:r>
          </a:p>
        </p:txBody>
      </p:sp>
      <p:sp>
        <p:nvSpPr>
          <p:cNvPr id="5" name="Textfeld 4">
            <a:extLst>
              <a:ext uri="{FF2B5EF4-FFF2-40B4-BE49-F238E27FC236}">
                <a16:creationId xmlns:a16="http://schemas.microsoft.com/office/drawing/2014/main" id="{F01A9868-E26F-1C86-D645-688164924CC0}"/>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8</a:t>
            </a:fld>
            <a:endParaRPr lang="de-DE" sz="1200">
              <a:solidFill>
                <a:schemeClr val="bg1"/>
              </a:solidFill>
            </a:endParaRPr>
          </a:p>
        </p:txBody>
      </p:sp>
      <p:sp>
        <p:nvSpPr>
          <p:cNvPr id="3" name="Rechteck 2">
            <a:extLst>
              <a:ext uri="{FF2B5EF4-FFF2-40B4-BE49-F238E27FC236}">
                <a16:creationId xmlns:a16="http://schemas.microsoft.com/office/drawing/2014/main" id="{BFA9E884-AC95-7984-2CEA-26ADDDD8BA5D}"/>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Onboarding</a:t>
            </a:r>
            <a:r>
              <a:rPr lang="de-CH"/>
              <a:t>: </a:t>
            </a:r>
            <a:r>
              <a:rPr b="1">
                <a:solidFill>
                  <a:srgbClr val="00802E"/>
                </a:solidFill>
              </a:rPr>
              <a:t>Compensation &amp; Flag-Driven Completion</a:t>
            </a:r>
          </a:p>
        </p:txBody>
      </p:sp>
      <p:sp>
        <p:nvSpPr>
          <p:cNvPr id="3" name="Content Placeholder 2"/>
          <p:cNvSpPr>
            <a:spLocks noGrp="1"/>
          </p:cNvSpPr>
          <p:nvPr>
            <p:ph idx="1"/>
          </p:nvPr>
        </p:nvSpPr>
        <p:spPr/>
        <p:txBody>
          <a:bodyPr wrap="square"/>
          <a:lstStyle/>
          <a:p>
            <a:r>
              <a:rPr sz="1400" b="1">
                <a:solidFill>
                  <a:srgbClr val="00802E"/>
                </a:solidFill>
              </a:rPr>
              <a:t>Challenge</a:t>
            </a:r>
            <a:r>
              <a:rPr sz="1400"/>
              <a:t>: </a:t>
            </a:r>
            <a:r>
              <a:rPr lang="de-CH" sz="1400"/>
              <a:t>O</a:t>
            </a:r>
            <a:r>
              <a:rPr sz="1400"/>
              <a:t>ne creation succeeds, the other fails</a:t>
            </a:r>
            <a:r>
              <a:rPr lang="de-CH" sz="1400"/>
              <a:t>. </a:t>
            </a:r>
            <a:r>
              <a:rPr lang="de-CH" sz="1400" b="1"/>
              <a:t>W</a:t>
            </a:r>
            <a:r>
              <a:rPr sz="1400" b="1"/>
              <a:t>hat now?</a:t>
            </a:r>
            <a:endParaRPr lang="de-CH" sz="1400" b="1"/>
          </a:p>
          <a:p>
            <a:endParaRPr sz="1400"/>
          </a:p>
          <a:p>
            <a:pPr marL="285750" indent="-285750">
              <a:buFont typeface="Arial" panose="020B0604020202020204" pitchFamily="34" charset="0"/>
              <a:buChar char="•"/>
            </a:pPr>
            <a:r>
              <a:rPr sz="1400" b="1"/>
              <a:t>Flag-driven completion</a:t>
            </a:r>
            <a:endParaRPr lang="en-US" b="1"/>
          </a:p>
          <a:p>
            <a:pPr marL="465750" lvl="1" indent="-285750">
              <a:buFont typeface="Arial" panose="020B0604020202020204" pitchFamily="34" charset="0"/>
              <a:buChar char="•"/>
            </a:pPr>
            <a:r>
              <a:rPr lang="en-US" sz="1200"/>
              <a:t>Workers for the creations always complete </a:t>
            </a:r>
            <a:r>
              <a:rPr lang="en-US" sz="1200" err="1"/>
              <a:t>Zeebe</a:t>
            </a:r>
            <a:r>
              <a:rPr lang="en-US" sz="1200"/>
              <a:t> jobs, report outcome via </a:t>
            </a:r>
            <a:r>
              <a:rPr lang="en-US" sz="1200" err="1"/>
              <a:t>boolean</a:t>
            </a:r>
            <a:r>
              <a:rPr lang="en-US" sz="1200"/>
              <a:t> flags</a:t>
            </a:r>
          </a:p>
          <a:p>
            <a:pPr marL="825750" lvl="2" indent="-285750"/>
            <a:r>
              <a:rPr sz="1200" err="1"/>
              <a:t>isUserCreated</a:t>
            </a:r>
            <a:r>
              <a:rPr sz="1200"/>
              <a:t> / </a:t>
            </a:r>
            <a:r>
              <a:rPr sz="1200" err="1"/>
              <a:t>isPortfolioCreated</a:t>
            </a:r>
            <a:r>
              <a:rPr sz="1200"/>
              <a:t> drive gateway branches</a:t>
            </a:r>
            <a:endParaRPr lang="de-CH" sz="1200"/>
          </a:p>
          <a:p>
            <a:pPr marL="465750" lvl="1" indent="-285750">
              <a:buFont typeface="Arial" panose="020B0604020202020204" pitchFamily="34" charset="0"/>
              <a:buChar char="•"/>
            </a:pPr>
            <a:r>
              <a:rPr sz="1200"/>
              <a:t>BPMN errors would short-circuit and bypass compensation gateways</a:t>
            </a:r>
            <a:endParaRPr lang="de-CH" sz="1200"/>
          </a:p>
          <a:p>
            <a:pPr marL="360000" lvl="2" indent="0">
              <a:buNone/>
            </a:pPr>
            <a:endParaRPr sz="1200"/>
          </a:p>
          <a:p>
            <a:pPr marL="285750" indent="-285750">
              <a:buFont typeface="Arial" panose="020B0604020202020204" pitchFamily="34" charset="0"/>
              <a:buChar char="•"/>
            </a:pPr>
            <a:r>
              <a:rPr sz="1400" b="1"/>
              <a:t>Compensation </a:t>
            </a:r>
            <a:endParaRPr lang="de-CH" b="1"/>
          </a:p>
          <a:p>
            <a:pPr marL="465750" lvl="1" indent="-285750">
              <a:buFont typeface="Arial" panose="020B0604020202020204" pitchFamily="34" charset="0"/>
              <a:buChar char="•"/>
            </a:pPr>
            <a:r>
              <a:rPr sz="1200"/>
              <a:t>Exclusive gateways inspect flags</a:t>
            </a:r>
            <a:r>
              <a:rPr lang="de-CH" sz="1200"/>
              <a:t>:</a:t>
            </a:r>
            <a:r>
              <a:rPr sz="1200"/>
              <a:t> </a:t>
            </a:r>
            <a:r>
              <a:rPr sz="1200">
                <a:solidFill>
                  <a:srgbClr val="00802E"/>
                </a:solidFill>
              </a:rPr>
              <a:t>compensation handlers</a:t>
            </a:r>
            <a:endParaRPr lang="de-CH" sz="1200">
              <a:solidFill>
                <a:srgbClr val="00802E"/>
              </a:solidFill>
            </a:endParaRPr>
          </a:p>
          <a:p>
            <a:pPr marL="465750" lvl="1" indent="-285750">
              <a:buFont typeface="Arial" panose="020B0604020202020204" pitchFamily="34" charset="0"/>
              <a:buChar char="•"/>
            </a:pPr>
            <a:r>
              <a:rPr sz="1200"/>
              <a:t>Delete local entity + publish compensation request for peer</a:t>
            </a:r>
            <a:endParaRPr lang="de-CH" sz="1200"/>
          </a:p>
          <a:p>
            <a:pPr marL="465750" lvl="1" indent="-285750">
              <a:buFont typeface="Arial" panose="020B0604020202020204" pitchFamily="34" charset="0"/>
              <a:buChar char="•"/>
            </a:pPr>
            <a:r>
              <a:rPr sz="1200"/>
              <a:t>User/Portfolio </a:t>
            </a:r>
            <a:r>
              <a:rPr sz="1200" err="1"/>
              <a:t>CompensationRequestedEvent</a:t>
            </a:r>
            <a:r>
              <a:rPr sz="1200"/>
              <a:t> carries full payload</a:t>
            </a:r>
            <a:r>
              <a:rPr lang="de-CH" sz="1200"/>
              <a:t>: </a:t>
            </a:r>
            <a:r>
              <a:rPr lang="de-CH" sz="1200">
                <a:solidFill>
                  <a:srgbClr val="00802E"/>
                </a:solidFill>
              </a:rPr>
              <a:t>ECST</a:t>
            </a:r>
          </a:p>
          <a:p>
            <a:pPr marL="465750" lvl="1" indent="-285750">
              <a:buFont typeface="Arial" panose="020B0604020202020204" pitchFamily="34" charset="0"/>
              <a:buChar char="•"/>
            </a:pPr>
            <a:r>
              <a:rPr sz="1200"/>
              <a:t>Idempotent deletes </a:t>
            </a:r>
            <a:r>
              <a:rPr lang="en-US" sz="1200"/>
              <a:t>-</a:t>
            </a:r>
            <a:r>
              <a:rPr sz="1200"/>
              <a:t> safe under at-least-once delivery</a:t>
            </a:r>
          </a:p>
        </p:txBody>
      </p:sp>
      <p:sp>
        <p:nvSpPr>
          <p:cNvPr id="4" name="Textfeld 3">
            <a:extLst>
              <a:ext uri="{FF2B5EF4-FFF2-40B4-BE49-F238E27FC236}">
                <a16:creationId xmlns:a16="http://schemas.microsoft.com/office/drawing/2014/main" id="{2C390B98-05F1-67DB-E21C-1A9B3D890325}"/>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9</a:t>
            </a:fld>
            <a:endParaRPr lang="de-DE" sz="1200">
              <a:solidFill>
                <a:schemeClr val="bg1"/>
              </a:solidFill>
            </a:endParaRPr>
          </a:p>
        </p:txBody>
      </p:sp>
      <p:sp>
        <p:nvSpPr>
          <p:cNvPr id="5" name="Rechteck 4">
            <a:extLst>
              <a:ext uri="{FF2B5EF4-FFF2-40B4-BE49-F238E27FC236}">
                <a16:creationId xmlns:a16="http://schemas.microsoft.com/office/drawing/2014/main" id="{735374E2-F5BF-9E8D-5673-7D4F7970FCAE}"/>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a:t>Onboarding: </a:t>
            </a:r>
            <a:r>
              <a:rPr lang="de-CH" b="1">
                <a:solidFill>
                  <a:srgbClr val="00802E"/>
                </a:solidFill>
              </a:rPr>
              <a:t>Individual</a:t>
            </a:r>
            <a:r>
              <a:rPr b="1">
                <a:solidFill>
                  <a:srgbClr val="00802E"/>
                </a:solidFill>
              </a:rPr>
              <a:t> Service</a:t>
            </a:r>
          </a:p>
        </p:txBody>
      </p:sp>
      <p:sp>
        <p:nvSpPr>
          <p:cNvPr id="3" name="Content Placeholder 2"/>
          <p:cNvSpPr>
            <a:spLocks noGrp="1"/>
          </p:cNvSpPr>
          <p:nvPr>
            <p:ph idx="1"/>
          </p:nvPr>
        </p:nvSpPr>
        <p:spPr>
          <a:xfrm>
            <a:off x="358775" y="1276352"/>
            <a:ext cx="8426450" cy="314054"/>
          </a:xfrm>
        </p:spPr>
        <p:txBody>
          <a:bodyPr wrap="square"/>
          <a:lstStyle/>
          <a:p>
            <a:pPr marL="285750" indent="-285750">
              <a:buFont typeface="Arial" panose="020B0604020202020204" pitchFamily="34" charset="0"/>
              <a:buChar char="•"/>
            </a:pPr>
            <a:r>
              <a:rPr sz="1600"/>
              <a:t>Originally the BPMN lived inside user-service</a:t>
            </a:r>
            <a:r>
              <a:rPr lang="de-CH" sz="1600"/>
              <a:t>…</a:t>
            </a:r>
          </a:p>
        </p:txBody>
      </p:sp>
      <p:sp>
        <p:nvSpPr>
          <p:cNvPr id="4" name="Textfeld 3">
            <a:extLst>
              <a:ext uri="{FF2B5EF4-FFF2-40B4-BE49-F238E27FC236}">
                <a16:creationId xmlns:a16="http://schemas.microsoft.com/office/drawing/2014/main" id="{9AE1938E-0CBB-32EA-E95C-6E86B75B40DA}"/>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10</a:t>
            </a:fld>
            <a:endParaRPr lang="de-DE" sz="1200">
              <a:solidFill>
                <a:schemeClr val="bg1"/>
              </a:solidFill>
            </a:endParaRPr>
          </a:p>
        </p:txBody>
      </p:sp>
      <p:sp>
        <p:nvSpPr>
          <p:cNvPr id="6" name="TextBox 5">
            <a:extLst>
              <a:ext uri="{FF2B5EF4-FFF2-40B4-BE49-F238E27FC236}">
                <a16:creationId xmlns:a16="http://schemas.microsoft.com/office/drawing/2014/main" id="{F1B45157-86E2-C7EA-4A8F-2D6A17FBCD74}"/>
              </a:ext>
            </a:extLst>
          </p:cNvPr>
          <p:cNvSpPr txBox="1"/>
          <p:nvPr/>
        </p:nvSpPr>
        <p:spPr>
          <a:xfrm>
            <a:off x="358774" y="1715416"/>
            <a:ext cx="3657600" cy="1700466"/>
          </a:xfrm>
          <a:prstGeom prst="rect">
            <a:avLst/>
          </a:prstGeom>
          <a:noFill/>
        </p:spPr>
        <p:txBody>
          <a:bodyPr wrap="square" rtlCol="0">
            <a:spAutoFit/>
          </a:bodyPr>
          <a:lstStyle/>
          <a:p>
            <a:r>
              <a:rPr lang="en-US" sz="1600" b="1">
                <a:solidFill>
                  <a:srgbClr val="FF0000"/>
                </a:solidFill>
              </a:rPr>
              <a:t>Problem</a:t>
            </a:r>
            <a:r>
              <a:rPr lang="en-US" sz="1600"/>
              <a:t>: </a:t>
            </a:r>
          </a:p>
          <a:p>
            <a:r>
              <a:rPr lang="en-US" sz="1600"/>
              <a:t>orchestrator coordinates work across two bounded contexts</a:t>
            </a:r>
          </a:p>
          <a:p>
            <a:endParaRPr lang="en-US" sz="1600"/>
          </a:p>
          <a:p>
            <a:pPr marL="285750" indent="-285750">
              <a:buFont typeface="Arial" panose="020B0604020202020204" pitchFamily="34" charset="0"/>
              <a:buChar char="•"/>
            </a:pPr>
            <a:r>
              <a:rPr lang="en-US"/>
              <a:t>Coupling + mixed responsibilities violates DDD boundaries</a:t>
            </a:r>
          </a:p>
          <a:p>
            <a:endParaRPr lang="en-US"/>
          </a:p>
        </p:txBody>
      </p:sp>
      <p:sp>
        <p:nvSpPr>
          <p:cNvPr id="7" name="TextBox 6">
            <a:extLst>
              <a:ext uri="{FF2B5EF4-FFF2-40B4-BE49-F238E27FC236}">
                <a16:creationId xmlns:a16="http://schemas.microsoft.com/office/drawing/2014/main" id="{7E152D5C-2A61-DCBA-A6B7-B73DEC5DFCB6}"/>
              </a:ext>
            </a:extLst>
          </p:cNvPr>
          <p:cNvSpPr txBox="1"/>
          <p:nvPr/>
        </p:nvSpPr>
        <p:spPr>
          <a:xfrm>
            <a:off x="5026079" y="1715416"/>
            <a:ext cx="3657600" cy="2577629"/>
          </a:xfrm>
          <a:prstGeom prst="rect">
            <a:avLst/>
          </a:prstGeom>
          <a:noFill/>
        </p:spPr>
        <p:txBody>
          <a:bodyPr wrap="square" rtlCol="0">
            <a:spAutoFit/>
          </a:bodyPr>
          <a:lstStyle/>
          <a:p>
            <a:r>
              <a:rPr lang="en-US" sz="1600" b="1">
                <a:solidFill>
                  <a:srgbClr val="00802E"/>
                </a:solidFill>
              </a:rPr>
              <a:t>Solution</a:t>
            </a:r>
            <a:r>
              <a:rPr lang="en-US" sz="1600"/>
              <a:t>: </a:t>
            </a:r>
          </a:p>
          <a:p>
            <a:r>
              <a:rPr lang="en-US" sz="1600"/>
              <a:t>extract into a dedicated onboarding-service</a:t>
            </a:r>
          </a:p>
          <a:p>
            <a:endParaRPr lang="en-US" sz="1600"/>
          </a:p>
          <a:p>
            <a:pPr marL="285750" indent="-285750">
              <a:buFont typeface="Arial" panose="020B0604020202020204" pitchFamily="34" charset="0"/>
              <a:buChar char="•"/>
            </a:pPr>
            <a:r>
              <a:rPr lang="en-US" sz="1400"/>
              <a:t>Owns the BPMN process and </a:t>
            </a:r>
            <a:r>
              <a:rPr lang="en-US" sz="1400" err="1"/>
              <a:t>Zeebe</a:t>
            </a:r>
            <a:r>
              <a:rPr lang="en-US" sz="1400"/>
              <a:t> deployment</a:t>
            </a:r>
          </a:p>
          <a:p>
            <a:pPr marL="285750" indent="-285750">
              <a:buFont typeface="Arial" panose="020B0604020202020204" pitchFamily="34" charset="0"/>
              <a:buChar char="•"/>
            </a:pPr>
            <a:r>
              <a:rPr lang="en-US" sz="1400"/>
              <a:t>No persistent business data - workflow state lives in </a:t>
            </a:r>
            <a:r>
              <a:rPr lang="en-US" sz="1400" err="1"/>
              <a:t>Zeebe</a:t>
            </a:r>
            <a:endParaRPr lang="en-US" sz="1400"/>
          </a:p>
          <a:p>
            <a:pPr marL="285750" indent="-285750">
              <a:buFont typeface="Arial" panose="020B0604020202020204" pitchFamily="34" charset="0"/>
              <a:buChar char="•"/>
            </a:pPr>
            <a:r>
              <a:rPr lang="en-US" sz="1400"/>
              <a:t>User and portfolio services keep their domain autonomy</a:t>
            </a:r>
          </a:p>
          <a:p>
            <a:endParaRPr lang="en-US"/>
          </a:p>
        </p:txBody>
      </p:sp>
      <p:cxnSp>
        <p:nvCxnSpPr>
          <p:cNvPr id="9" name="Straight Connector 8">
            <a:extLst>
              <a:ext uri="{FF2B5EF4-FFF2-40B4-BE49-F238E27FC236}">
                <a16:creationId xmlns:a16="http://schemas.microsoft.com/office/drawing/2014/main" id="{5F819B6F-172D-5ED2-B0FC-A7606433C241}"/>
              </a:ext>
            </a:extLst>
          </p:cNvPr>
          <p:cNvCxnSpPr>
            <a:cxnSpLocks/>
          </p:cNvCxnSpPr>
          <p:nvPr/>
        </p:nvCxnSpPr>
        <p:spPr>
          <a:xfrm>
            <a:off x="4387326" y="1792463"/>
            <a:ext cx="0" cy="221318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718393B8-F7CE-7EAF-6DAC-912914279752}"/>
              </a:ext>
            </a:extLst>
          </p:cNvPr>
          <p:cNvSpPr txBox="1"/>
          <p:nvPr/>
        </p:nvSpPr>
        <p:spPr>
          <a:xfrm>
            <a:off x="358775" y="4158888"/>
            <a:ext cx="8324904" cy="300082"/>
          </a:xfrm>
          <a:prstGeom prst="rect">
            <a:avLst/>
          </a:prstGeom>
          <a:noFill/>
        </p:spPr>
        <p:txBody>
          <a:bodyPr wrap="square" rtlCol="0">
            <a:spAutoFit/>
          </a:bodyPr>
          <a:lstStyle/>
          <a:p>
            <a:r>
              <a:rPr lang="en-US" b="1"/>
              <a:t>trade-off</a:t>
            </a:r>
            <a:r>
              <a:rPr lang="en-US"/>
              <a:t>: 1 extra service but clean separation</a:t>
            </a:r>
          </a:p>
        </p:txBody>
      </p:sp>
      <p:sp>
        <p:nvSpPr>
          <p:cNvPr id="5" name="Rechteck 4">
            <a:extLst>
              <a:ext uri="{FF2B5EF4-FFF2-40B4-BE49-F238E27FC236}">
                <a16:creationId xmlns:a16="http://schemas.microsoft.com/office/drawing/2014/main" id="{E38A3897-1D26-FE5E-A233-BCD4D720EBA4}"/>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Place Order Process </a:t>
            </a:r>
            <a:r>
              <a:rPr lang="en-US"/>
              <a:t>-</a:t>
            </a:r>
            <a:r>
              <a:t> </a:t>
            </a:r>
            <a:r>
              <a:rPr b="1">
                <a:solidFill>
                  <a:srgbClr val="00802E"/>
                </a:solidFill>
              </a:rPr>
              <a:t>Fairy Tale Saga</a:t>
            </a:r>
          </a:p>
        </p:txBody>
      </p:sp>
      <p:pic>
        <p:nvPicPr>
          <p:cNvPr id="4" name="Picture 3" descr="placeOrder-bpmn.png"/>
          <p:cNvPicPr>
            <a:picLocks noChangeAspect="1"/>
          </p:cNvPicPr>
          <p:nvPr/>
        </p:nvPicPr>
        <p:blipFill>
          <a:blip r:embed="rId3"/>
          <a:stretch>
            <a:fillRect/>
          </a:stretch>
        </p:blipFill>
        <p:spPr>
          <a:xfrm>
            <a:off x="1375323" y="985900"/>
            <a:ext cx="6393354" cy="3603033"/>
          </a:xfrm>
          <a:prstGeom prst="rect">
            <a:avLst/>
          </a:prstGeom>
        </p:spPr>
      </p:pic>
      <p:sp>
        <p:nvSpPr>
          <p:cNvPr id="5" name="Textfeld 4">
            <a:extLst>
              <a:ext uri="{FF2B5EF4-FFF2-40B4-BE49-F238E27FC236}">
                <a16:creationId xmlns:a16="http://schemas.microsoft.com/office/drawing/2014/main" id="{9A05AC79-D9E8-B3DA-FB71-161FC3A5D6B0}"/>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11</a:t>
            </a:fld>
            <a:endParaRPr lang="de-DE" sz="1200">
              <a:solidFill>
                <a:schemeClr val="bg1"/>
              </a:solidFill>
            </a:endParaRPr>
          </a:p>
        </p:txBody>
      </p:sp>
      <p:sp>
        <p:nvSpPr>
          <p:cNvPr id="3" name="Rechteck 2">
            <a:extLst>
              <a:ext uri="{FF2B5EF4-FFF2-40B4-BE49-F238E27FC236}">
                <a16:creationId xmlns:a16="http://schemas.microsoft.com/office/drawing/2014/main" id="{0C8697EE-FD77-D792-4B92-B6B34B5BBB82}"/>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a:t>Architecture Details: </a:t>
            </a:r>
            <a:r>
              <a:rPr lang="de-CH" b="1">
                <a:solidFill>
                  <a:srgbClr val="00802E"/>
                </a:solidFill>
              </a:rPr>
              <a:t>Additional Patterns</a:t>
            </a:r>
            <a:endParaRPr b="1">
              <a:solidFill>
                <a:srgbClr val="00802E"/>
              </a:solidFill>
            </a:endParaRPr>
          </a:p>
        </p:txBody>
      </p:sp>
      <p:sp>
        <p:nvSpPr>
          <p:cNvPr id="3" name="Content Placeholder 2"/>
          <p:cNvSpPr>
            <a:spLocks noGrp="1"/>
          </p:cNvSpPr>
          <p:nvPr>
            <p:ph idx="1"/>
          </p:nvPr>
        </p:nvSpPr>
        <p:spPr/>
        <p:txBody>
          <a:bodyPr wrap="square">
            <a:normAutofit fontScale="92500" lnSpcReduction="10000"/>
          </a:bodyPr>
          <a:lstStyle/>
          <a:p>
            <a:pPr marL="285750" indent="-285750">
              <a:buFont typeface="Arial" panose="020B0604020202020204" pitchFamily="34" charset="0"/>
              <a:buChar char="•"/>
            </a:pPr>
            <a:r>
              <a:rPr lang="en-US" sz="1400" b="1" dirty="0">
                <a:solidFill>
                  <a:srgbClr val="00802E"/>
                </a:solidFill>
              </a:rPr>
              <a:t>Idempotent Consumer</a:t>
            </a:r>
          </a:p>
          <a:p>
            <a:pPr marL="465750" lvl="1" indent="-285750">
              <a:buFont typeface="Arial" panose="020B0604020202020204" pitchFamily="34" charset="0"/>
              <a:buChar char="•"/>
            </a:pPr>
            <a:r>
              <a:rPr lang="en-US" sz="1200" dirty="0" err="1"/>
              <a:t>processed_transaction</a:t>
            </a:r>
            <a:r>
              <a:rPr lang="en-US" sz="1200" dirty="0"/>
              <a:t> UNIQUE constraint on </a:t>
            </a:r>
            <a:r>
              <a:rPr lang="en-US" sz="1200" dirty="0" err="1"/>
              <a:t>transactionId</a:t>
            </a:r>
            <a:endParaRPr lang="en-US" sz="1200" dirty="0"/>
          </a:p>
          <a:p>
            <a:pPr marL="465750" lvl="1" indent="-285750">
              <a:buFont typeface="Arial" panose="020B0604020202020204" pitchFamily="34" charset="0"/>
              <a:buChar char="•"/>
            </a:pPr>
            <a:r>
              <a:rPr lang="en-US" sz="1200" dirty="0"/>
              <a:t>found during integration: 2 BTC order → 4 BTC in portfolio</a:t>
            </a:r>
          </a:p>
          <a:p>
            <a:pPr lvl="1" indent="0">
              <a:buNone/>
            </a:pPr>
            <a:endParaRPr lang="en-US" sz="1200" dirty="0"/>
          </a:p>
          <a:p>
            <a:pPr marL="285750" indent="-285750">
              <a:buFont typeface="Arial" panose="020B0604020202020204" pitchFamily="34" charset="0"/>
              <a:buChar char="•"/>
            </a:pPr>
            <a:r>
              <a:rPr lang="en-US" sz="1600" b="1" dirty="0">
                <a:solidFill>
                  <a:srgbClr val="00802E"/>
                </a:solidFill>
              </a:rPr>
              <a:t>ECST</a:t>
            </a:r>
            <a:r>
              <a:rPr lang="en-US" sz="1600" dirty="0"/>
              <a:t>: </a:t>
            </a:r>
          </a:p>
          <a:p>
            <a:pPr marL="465750" lvl="1" indent="-285750">
              <a:buFont typeface="Arial" panose="020B0604020202020204" pitchFamily="34" charset="0"/>
              <a:buChar char="•"/>
            </a:pPr>
            <a:r>
              <a:rPr lang="en-US" sz="1200" dirty="0"/>
              <a:t>event carried state transfer for compensation in Onboarding</a:t>
            </a:r>
          </a:p>
          <a:p>
            <a:pPr marL="465750" lvl="1" indent="-285750">
              <a:buFont typeface="Arial" panose="020B0604020202020204" pitchFamily="34" charset="0"/>
              <a:buChar char="•"/>
            </a:pPr>
            <a:r>
              <a:rPr lang="en-US" sz="1200" dirty="0"/>
              <a:t>Portfolio updates after order approval</a:t>
            </a:r>
          </a:p>
          <a:p>
            <a:pPr marL="465750" lvl="1" indent="-285750">
              <a:buFont typeface="Arial" panose="020B0604020202020204" pitchFamily="34" charset="0"/>
              <a:buChar char="•"/>
            </a:pPr>
            <a:r>
              <a:rPr lang="en-US" sz="1200" dirty="0"/>
              <a:t>…</a:t>
            </a:r>
          </a:p>
          <a:p>
            <a:endParaRPr lang="en-US" sz="1600" dirty="0"/>
          </a:p>
          <a:p>
            <a:pPr marL="285750" indent="-285750">
              <a:buFont typeface="Arial" panose="020B0604020202020204" pitchFamily="34" charset="0"/>
              <a:buChar char="•"/>
            </a:pPr>
            <a:r>
              <a:rPr lang="en-US" sz="1400" b="1" dirty="0">
                <a:solidFill>
                  <a:srgbClr val="00802E"/>
                </a:solidFill>
              </a:rPr>
              <a:t>Transactional Outbox </a:t>
            </a:r>
          </a:p>
          <a:p>
            <a:pPr marL="465750" lvl="1" indent="-285750">
              <a:buFont typeface="Arial" panose="020B0604020202020204" pitchFamily="34" charset="0"/>
              <a:buChar char="•"/>
            </a:pPr>
            <a:r>
              <a:rPr lang="en-US" sz="1200" dirty="0"/>
              <a:t>Approval + outbox row in one DB transaction</a:t>
            </a:r>
          </a:p>
          <a:p>
            <a:pPr marL="465750" lvl="1" indent="-285750">
              <a:buFont typeface="Arial" panose="020B0604020202020204" pitchFamily="34" charset="0"/>
              <a:buChar char="•"/>
            </a:pPr>
            <a:r>
              <a:rPr lang="en-US" sz="1200" dirty="0"/>
              <a:t>Scheduler republishes stale rows after crashes</a:t>
            </a:r>
          </a:p>
          <a:p>
            <a:pPr lvl="1" indent="0">
              <a:buNone/>
            </a:pPr>
            <a:endParaRPr lang="en-US" sz="1200" dirty="0"/>
          </a:p>
          <a:p>
            <a:pPr marL="285750" indent="-285750">
              <a:buFont typeface="Arial" panose="020B0604020202020204" pitchFamily="34" charset="0"/>
              <a:buChar char="•"/>
            </a:pPr>
            <a:r>
              <a:rPr lang="en-US" sz="1400" b="1" dirty="0">
                <a:solidFill>
                  <a:srgbClr val="00802E"/>
                </a:solidFill>
              </a:rPr>
              <a:t>Human Escalation </a:t>
            </a:r>
          </a:p>
          <a:p>
            <a:pPr marL="465750" lvl="1" indent="-285750">
              <a:buFont typeface="Arial" panose="020B0604020202020204" pitchFamily="34" charset="0"/>
              <a:buChar char="•"/>
            </a:pPr>
            <a:r>
              <a:rPr lang="en-US" sz="1200" dirty="0"/>
              <a:t>Deterministic failures throw typed BPMN errors</a:t>
            </a:r>
          </a:p>
          <a:p>
            <a:pPr marL="465750" lvl="1" indent="-285750">
              <a:buFont typeface="Arial" panose="020B0604020202020204" pitchFamily="34" charset="0"/>
              <a:buChar char="•"/>
            </a:pPr>
            <a:r>
              <a:rPr lang="en-US" sz="1200" dirty="0"/>
              <a:t>Boundary events route to ops user task in </a:t>
            </a:r>
            <a:r>
              <a:rPr lang="en-US" sz="1200" dirty="0" err="1"/>
              <a:t>Tasklist</a:t>
            </a:r>
            <a:endParaRPr lang="en-US" sz="1200" dirty="0"/>
          </a:p>
          <a:p>
            <a:endParaRPr lang="en-US" sz="1600" dirty="0"/>
          </a:p>
          <a:p>
            <a:endParaRPr lang="en-US" sz="1600" dirty="0"/>
          </a:p>
        </p:txBody>
      </p:sp>
      <p:sp>
        <p:nvSpPr>
          <p:cNvPr id="4" name="Textfeld 3">
            <a:extLst>
              <a:ext uri="{FF2B5EF4-FFF2-40B4-BE49-F238E27FC236}">
                <a16:creationId xmlns:a16="http://schemas.microsoft.com/office/drawing/2014/main" id="{15D86EF3-1989-7F06-D86E-E2E063AB4E85}"/>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12</a:t>
            </a:fld>
            <a:endParaRPr lang="de-DE" sz="1200">
              <a:solidFill>
                <a:schemeClr val="bg1"/>
              </a:solidFill>
            </a:endParaRPr>
          </a:p>
        </p:txBody>
      </p:sp>
      <p:sp>
        <p:nvSpPr>
          <p:cNvPr id="5" name="Rechteck 4">
            <a:extLst>
              <a:ext uri="{FF2B5EF4-FFF2-40B4-BE49-F238E27FC236}">
                <a16:creationId xmlns:a16="http://schemas.microsoft.com/office/drawing/2014/main" id="{0F913F75-48DE-A207-2463-50421F55CEF3}"/>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CH" err="1"/>
              <a:t>Insights</a:t>
            </a:r>
            <a:r>
              <a:rPr lang="de-CH"/>
              <a:t>: </a:t>
            </a:r>
            <a:r>
              <a:rPr b="1">
                <a:solidFill>
                  <a:srgbClr val="00802E"/>
                </a:solidFill>
              </a:rPr>
              <a:t>Challenges &amp; Lessons Learned</a:t>
            </a:r>
          </a:p>
        </p:txBody>
      </p:sp>
      <p:sp>
        <p:nvSpPr>
          <p:cNvPr id="3" name="Content Placeholder 2"/>
          <p:cNvSpPr>
            <a:spLocks noGrp="1"/>
          </p:cNvSpPr>
          <p:nvPr>
            <p:ph idx="1"/>
          </p:nvPr>
        </p:nvSpPr>
        <p:spPr/>
        <p:txBody>
          <a:bodyPr wrap="square"/>
          <a:lstStyle/>
          <a:p>
            <a:pPr marL="285750" indent="-285750">
              <a:buFont typeface="Arial" panose="020B0604020202020204" pitchFamily="34" charset="0"/>
              <a:buChar char="•"/>
            </a:pPr>
            <a:r>
              <a:rPr sz="1600"/>
              <a:t>BPMN </a:t>
            </a:r>
            <a:r>
              <a:rPr sz="1600">
                <a:solidFill>
                  <a:srgbClr val="00802E"/>
                </a:solidFill>
              </a:rPr>
              <a:t>learning curve</a:t>
            </a:r>
            <a:r>
              <a:rPr lang="de-CH" sz="1600"/>
              <a:t>: </a:t>
            </a:r>
          </a:p>
          <a:p>
            <a:pPr marL="465750" lvl="1" indent="-285750">
              <a:buFont typeface="Arial" panose="020B0604020202020204" pitchFamily="34" charset="0"/>
              <a:buChar char="•"/>
            </a:pPr>
            <a:r>
              <a:t>demanding upfront, reduced implementation effort after</a:t>
            </a:r>
            <a:endParaRPr lang="de-CH"/>
          </a:p>
          <a:p>
            <a:pPr marL="285750" indent="-285750">
              <a:buFont typeface="Arial" panose="020B0604020202020204" pitchFamily="34" charset="0"/>
              <a:buChar char="•"/>
            </a:pPr>
            <a:endParaRPr sz="1600"/>
          </a:p>
          <a:p>
            <a:pPr marL="285750" indent="-285750">
              <a:buFont typeface="Arial" panose="020B0604020202020204" pitchFamily="34" charset="0"/>
              <a:buChar char="•"/>
            </a:pPr>
            <a:r>
              <a:rPr sz="1600"/>
              <a:t>Concepts </a:t>
            </a:r>
            <a:r>
              <a:rPr sz="1600">
                <a:solidFill>
                  <a:srgbClr val="00802E"/>
                </a:solidFill>
              </a:rPr>
              <a:t>intuitive in theory, complex in practice</a:t>
            </a:r>
            <a:r>
              <a:rPr lang="de-CH" sz="1600"/>
              <a:t>:</a:t>
            </a:r>
          </a:p>
          <a:p>
            <a:pPr marL="465750" lvl="1" indent="-285750">
              <a:buFont typeface="Arial" panose="020B0604020202020204" pitchFamily="34" charset="0"/>
              <a:buChar char="•"/>
            </a:pPr>
            <a:r>
              <a:t>Orchestration, compensation, ECST multiply downstream decisions</a:t>
            </a:r>
            <a:endParaRPr lang="de-CH"/>
          </a:p>
          <a:p>
            <a:pPr marL="465750" lvl="1" indent="-285750">
              <a:buFont typeface="Arial" panose="020B0604020202020204" pitchFamily="34" charset="0"/>
              <a:buChar char="•"/>
            </a:pPr>
            <a:endParaRPr/>
          </a:p>
          <a:p>
            <a:pPr marL="285750" indent="-285750">
              <a:buFont typeface="Arial" panose="020B0604020202020204" pitchFamily="34" charset="0"/>
              <a:buChar char="•"/>
            </a:pPr>
            <a:r>
              <a:rPr sz="1600"/>
              <a:t>Saga selection </a:t>
            </a:r>
            <a:r>
              <a:rPr sz="1600">
                <a:solidFill>
                  <a:srgbClr val="00802E"/>
                </a:solidFill>
              </a:rPr>
              <a:t>only became clear by analyzing </a:t>
            </a:r>
            <a:r>
              <a:rPr sz="1600"/>
              <a:t>the nature of the wait</a:t>
            </a:r>
            <a:endParaRPr lang="de-CH" sz="1600"/>
          </a:p>
          <a:p>
            <a:pPr marL="285750" indent="-285750">
              <a:buFont typeface="Arial" panose="020B0604020202020204" pitchFamily="34" charset="0"/>
              <a:buChar char="•"/>
            </a:pPr>
            <a:endParaRPr sz="1600"/>
          </a:p>
          <a:p>
            <a:pPr marL="285750" indent="-285750">
              <a:buFont typeface="Arial" panose="020B0604020202020204" pitchFamily="34" charset="0"/>
              <a:buChar char="•"/>
            </a:pPr>
            <a:r>
              <a:rPr sz="1600"/>
              <a:t>Integration </a:t>
            </a:r>
            <a:r>
              <a:rPr sz="1600">
                <a:solidFill>
                  <a:srgbClr val="00802E"/>
                </a:solidFill>
              </a:rPr>
              <a:t>issues surface late</a:t>
            </a:r>
            <a:r>
              <a:rPr lang="de-CH" sz="1600"/>
              <a:t>:</a:t>
            </a:r>
          </a:p>
          <a:p>
            <a:pPr marL="465750" lvl="1" indent="-285750">
              <a:buFont typeface="Arial" panose="020B0604020202020204" pitchFamily="34" charset="0"/>
              <a:buChar char="•"/>
            </a:pPr>
            <a:r>
              <a:t>deserialization, correlation keys, payloads</a:t>
            </a:r>
            <a:endParaRPr lang="de-CH"/>
          </a:p>
          <a:p>
            <a:pPr lvl="1" indent="0">
              <a:buNone/>
            </a:pPr>
            <a:endParaRPr sz="1600"/>
          </a:p>
        </p:txBody>
      </p:sp>
      <p:sp>
        <p:nvSpPr>
          <p:cNvPr id="4" name="Textfeld 3">
            <a:extLst>
              <a:ext uri="{FF2B5EF4-FFF2-40B4-BE49-F238E27FC236}">
                <a16:creationId xmlns:a16="http://schemas.microsoft.com/office/drawing/2014/main" id="{FD08F9B4-479F-F458-3E95-06A1BC79B8C1}"/>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13</a:t>
            </a:fld>
            <a:endParaRPr lang="de-DE" sz="1200" dirty="0">
              <a:solidFill>
                <a:schemeClr val="bg1"/>
              </a:solidFill>
            </a:endParaRPr>
          </a:p>
        </p:txBody>
      </p:sp>
      <p:sp>
        <p:nvSpPr>
          <p:cNvPr id="5" name="Rechteck 4">
            <a:extLst>
              <a:ext uri="{FF2B5EF4-FFF2-40B4-BE49-F238E27FC236}">
                <a16:creationId xmlns:a16="http://schemas.microsoft.com/office/drawing/2014/main" id="{50DFA382-58E9-25A7-5169-A90D78FFF4BE}"/>
              </a:ext>
            </a:extLst>
          </p:cNvPr>
          <p:cNvSpPr/>
          <p:nvPr/>
        </p:nvSpPr>
        <p:spPr>
          <a:xfrm>
            <a:off x="6771862" y="4767261"/>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E6F96-6669-1625-A966-127287BEE127}"/>
              </a:ext>
            </a:extLst>
          </p:cNvPr>
          <p:cNvSpPr>
            <a:spLocks noGrp="1"/>
          </p:cNvSpPr>
          <p:nvPr>
            <p:ph type="title"/>
          </p:nvPr>
        </p:nvSpPr>
        <p:spPr>
          <a:xfrm>
            <a:off x="358775" y="2266919"/>
            <a:ext cx="8426450" cy="609662"/>
          </a:xfrm>
        </p:spPr>
        <p:txBody>
          <a:bodyPr/>
          <a:lstStyle/>
          <a:p>
            <a:pPr algn="ctr"/>
            <a:r>
              <a:rPr lang="en-US" b="1">
                <a:solidFill>
                  <a:srgbClr val="00802E"/>
                </a:solidFill>
              </a:rPr>
              <a:t>Demonstration</a:t>
            </a:r>
          </a:p>
        </p:txBody>
      </p:sp>
      <p:sp>
        <p:nvSpPr>
          <p:cNvPr id="3" name="Rechteck 2">
            <a:extLst>
              <a:ext uri="{FF2B5EF4-FFF2-40B4-BE49-F238E27FC236}">
                <a16:creationId xmlns:a16="http://schemas.microsoft.com/office/drawing/2014/main" id="{BE8C2E73-443B-1ADF-A385-CFD84D950D01}"/>
              </a:ext>
            </a:extLst>
          </p:cNvPr>
          <p:cNvSpPr/>
          <p:nvPr/>
        </p:nvSpPr>
        <p:spPr>
          <a:xfrm>
            <a:off x="6771862" y="4747383"/>
            <a:ext cx="649356" cy="142669"/>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a:p>
        </p:txBody>
      </p:sp>
      <p:sp>
        <p:nvSpPr>
          <p:cNvPr id="6" name="Textfeld 5">
            <a:extLst>
              <a:ext uri="{FF2B5EF4-FFF2-40B4-BE49-F238E27FC236}">
                <a16:creationId xmlns:a16="http://schemas.microsoft.com/office/drawing/2014/main" id="{A62C041B-3188-72C0-1B1B-672F7EE7F362}"/>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14</a:t>
            </a:fld>
            <a:endParaRPr lang="de-DE" sz="1200" dirty="0">
              <a:solidFill>
                <a:schemeClr val="bg1"/>
              </a:solidFill>
            </a:endParaRPr>
          </a:p>
        </p:txBody>
      </p:sp>
    </p:spTree>
    <p:extLst>
      <p:ext uri="{BB962C8B-B14F-4D97-AF65-F5344CB8AC3E}">
        <p14:creationId xmlns:p14="http://schemas.microsoft.com/office/powerpoint/2010/main" val="2996261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Live Demo</a:t>
            </a:r>
          </a:p>
        </p:txBody>
      </p:sp>
      <p:sp>
        <p:nvSpPr>
          <p:cNvPr id="3" name="Content Placeholder 2"/>
          <p:cNvSpPr>
            <a:spLocks noGrp="1"/>
          </p:cNvSpPr>
          <p:nvPr>
            <p:ph idx="1"/>
          </p:nvPr>
        </p:nvSpPr>
        <p:spPr/>
        <p:txBody>
          <a:bodyPr wrap="square"/>
          <a:lstStyle/>
          <a:p>
            <a:r>
              <a:rPr sz="1400" dirty="0"/>
              <a:t>Demo 1 </a:t>
            </a:r>
            <a:r>
              <a:rPr lang="en-US" sz="1400" dirty="0"/>
              <a:t>-</a:t>
            </a:r>
            <a:r>
              <a:rPr sz="1400" dirty="0"/>
              <a:t> Happy-path onboarding</a:t>
            </a:r>
          </a:p>
          <a:p>
            <a:pPr lvl="1"/>
            <a:r>
              <a:rPr sz="1200" dirty="0" err="1"/>
              <a:t>Tasklist</a:t>
            </a:r>
            <a:r>
              <a:rPr sz="1200" dirty="0"/>
              <a:t> form → confirmation email → click → user + portfolio created</a:t>
            </a:r>
          </a:p>
          <a:p>
            <a:pPr lvl="1"/>
            <a:r>
              <a:rPr sz="1200" dirty="0"/>
              <a:t>Camunda Operate shows the completed process instance</a:t>
            </a:r>
          </a:p>
          <a:p>
            <a:r>
              <a:rPr sz="1400" dirty="0"/>
              <a:t>Demo 2 </a:t>
            </a:r>
            <a:r>
              <a:rPr lang="en-US" sz="1400" dirty="0"/>
              <a:t>-</a:t>
            </a:r>
            <a:r>
              <a:rPr sz="1400" dirty="0"/>
              <a:t> Happy-path order placement</a:t>
            </a:r>
          </a:p>
          <a:p>
            <a:pPr lvl="1"/>
            <a:r>
              <a:rPr sz="1200" dirty="0" err="1"/>
              <a:t>Tasklist</a:t>
            </a:r>
            <a:r>
              <a:rPr sz="1200" dirty="0"/>
              <a:t> order → price match → APPROVED → portfolio updated</a:t>
            </a:r>
          </a:p>
          <a:p>
            <a:pPr lvl="1"/>
            <a:r>
              <a:rPr sz="1200" dirty="0"/>
              <a:t>Notification email received</a:t>
            </a:r>
          </a:p>
          <a:p>
            <a:r>
              <a:rPr sz="1400" dirty="0"/>
              <a:t>Optional if time permits: timeout scenario, Kafka UI, Operate history</a:t>
            </a:r>
          </a:p>
        </p:txBody>
      </p:sp>
      <p:sp>
        <p:nvSpPr>
          <p:cNvPr id="5" name="Textfeld 4">
            <a:extLst>
              <a:ext uri="{FF2B5EF4-FFF2-40B4-BE49-F238E27FC236}">
                <a16:creationId xmlns:a16="http://schemas.microsoft.com/office/drawing/2014/main" id="{51056A29-2586-9181-9FD7-30844C24EAEA}"/>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15</a:t>
            </a:fld>
            <a:endParaRPr lang="de-DE" sz="1200" dirty="0">
              <a:solidFill>
                <a:schemeClr val="bg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 &amp; Key Takeaways</a:t>
            </a:r>
          </a:p>
        </p:txBody>
      </p:sp>
      <p:sp>
        <p:nvSpPr>
          <p:cNvPr id="3" name="Content Placeholder 2"/>
          <p:cNvSpPr>
            <a:spLocks noGrp="1"/>
          </p:cNvSpPr>
          <p:nvPr>
            <p:ph idx="1"/>
          </p:nvPr>
        </p:nvSpPr>
        <p:spPr/>
        <p:txBody>
          <a:bodyPr wrap="square"/>
          <a:lstStyle/>
          <a:p>
            <a:r>
              <a:rPr sz="1600"/>
              <a:t>5 microservices, 2 channels (Kafka + Zeebe), 11 EDPO concepts implemented</a:t>
            </a:r>
          </a:p>
          <a:p>
            <a:r>
              <a:rPr sz="1600"/>
              <a:t>Two saga patterns chosen by wait semantics, not by preference</a:t>
            </a:r>
          </a:p>
          <a:p>
            <a:r>
              <a:rPr sz="1600"/>
              <a:t>Flag-driven completion keeps compensation paths reachable</a:t>
            </a:r>
          </a:p>
          <a:p>
            <a:r>
              <a:rPr sz="1600"/>
              <a:t>Transactional outbox + idempotent consumer + human escalation as a chain</a:t>
            </a:r>
          </a:p>
          <a:p>
            <a:r>
              <a:rPr sz="1600"/>
              <a:t>Dedicated orchestration service preserves bounded context autonomy</a:t>
            </a:r>
          </a:p>
          <a:p>
            <a:r>
              <a:rPr sz="1600"/>
              <a:t>20 ADRs documenting every architectural decision with rationale</a:t>
            </a:r>
          </a:p>
        </p:txBody>
      </p:sp>
      <p:sp>
        <p:nvSpPr>
          <p:cNvPr id="5" name="Textfeld 4">
            <a:extLst>
              <a:ext uri="{FF2B5EF4-FFF2-40B4-BE49-F238E27FC236}">
                <a16:creationId xmlns:a16="http://schemas.microsoft.com/office/drawing/2014/main" id="{E0A2AB02-C761-949F-F123-BE55FF0DA7F5}"/>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16</a:t>
            </a:fld>
            <a:endParaRPr lang="de-DE" sz="1200" dirty="0">
              <a:solidFill>
                <a:schemeClr val="bg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Questions?</a:t>
            </a:r>
          </a:p>
        </p:txBody>
      </p:sp>
      <p:sp>
        <p:nvSpPr>
          <p:cNvPr id="3" name="TextBox 2"/>
          <p:cNvSpPr txBox="1"/>
          <p:nvPr/>
        </p:nvSpPr>
        <p:spPr>
          <a:xfrm>
            <a:off x="365760" y="2011680"/>
            <a:ext cx="8412480" cy="2560320"/>
          </a:xfrm>
          <a:prstGeom prst="rect">
            <a:avLst/>
          </a:prstGeom>
          <a:noFill/>
        </p:spPr>
        <p:txBody>
          <a:bodyPr wrap="square">
            <a:spAutoFit/>
          </a:bodyPr>
          <a:lstStyle/>
          <a:p>
            <a:r>
              <a:rPr sz="1800" b="1"/>
              <a:t>Anticipated backup topics</a:t>
            </a:r>
          </a:p>
          <a:p>
            <a:r>
              <a:rPr sz="1600"/>
              <a:t>•  Why orchestration rather than choreography?</a:t>
            </a:r>
          </a:p>
          <a:p>
            <a:r>
              <a:rPr sz="1600"/>
              <a:t>•  Why JSON over Avro for Kafka serialization?</a:t>
            </a:r>
          </a:p>
          <a:p>
            <a:r>
              <a:rPr sz="1600"/>
              <a:t>•  How would you scale this to production?</a:t>
            </a:r>
          </a:p>
          <a:p>
            <a:r>
              <a:rPr sz="1600"/>
              <a:t>•  What would you do differently next time?</a:t>
            </a:r>
          </a:p>
        </p:txBody>
      </p:sp>
      <p:sp>
        <p:nvSpPr>
          <p:cNvPr id="5" name="Textfeld 4">
            <a:extLst>
              <a:ext uri="{FF2B5EF4-FFF2-40B4-BE49-F238E27FC236}">
                <a16:creationId xmlns:a16="http://schemas.microsoft.com/office/drawing/2014/main" id="{EA8403D8-2381-78D9-E4E4-121C9437F6C6}"/>
              </a:ext>
            </a:extLst>
          </p:cNvPr>
          <p:cNvSpPr txBox="1"/>
          <p:nvPr/>
        </p:nvSpPr>
        <p:spPr>
          <a:xfrm>
            <a:off x="8503298" y="4702629"/>
            <a:ext cx="360784" cy="261610"/>
          </a:xfrm>
          <a:prstGeom prst="rect">
            <a:avLst/>
          </a:prstGeom>
          <a:noFill/>
        </p:spPr>
        <p:txBody>
          <a:bodyPr wrap="square" rtlCol="0">
            <a:spAutoFit/>
          </a:bodyPr>
          <a:lstStyle/>
          <a:p>
            <a:pPr algn="ctr"/>
            <a:fld id="{7C7D4858-ADAF-A34F-A87D-0D5A348A4697}" type="slidenum">
              <a:rPr lang="de-DE" sz="1100" smtClean="0">
                <a:solidFill>
                  <a:schemeClr val="bg1"/>
                </a:solidFill>
              </a:rPr>
              <a:pPr algn="ctr"/>
              <a:t>17</a:t>
            </a:fld>
            <a:endParaRPr lang="de-DE" sz="1200" dirty="0">
              <a:solidFill>
                <a:schemeClr val="bg1"/>
              </a:solidFill>
            </a:endParaRPr>
          </a:p>
        </p:txBody>
      </p:sp>
    </p:spTree>
  </p:cSld>
  <p:clrMapOvr>
    <a:masterClrMapping/>
  </p:clrMapOvr>
</p:sld>
</file>

<file path=ppt/theme/theme1.xml><?xml version="1.0" encoding="utf-8"?>
<a:theme xmlns:a="http://schemas.openxmlformats.org/drawingml/2006/main" name="UNISG PPT">
  <a:themeElements>
    <a:clrScheme name="uni stgallen Colors">
      <a:dk1>
        <a:sysClr val="windowText" lastClr="000000"/>
      </a:dk1>
      <a:lt1>
        <a:sysClr val="window" lastClr="FFFFFF"/>
      </a:lt1>
      <a:dk2>
        <a:srgbClr val="0A5F2D"/>
      </a:dk2>
      <a:lt2>
        <a:srgbClr val="FFFFFF"/>
      </a:lt2>
      <a:accent1>
        <a:srgbClr val="00802F"/>
      </a:accent1>
      <a:accent2>
        <a:srgbClr val="E1D7C3"/>
      </a:accent2>
      <a:accent3>
        <a:srgbClr val="EB6969"/>
      </a:accent3>
      <a:accent4>
        <a:srgbClr val="73A5AF"/>
      </a:accent4>
      <a:accent5>
        <a:srgbClr val="FFF04B"/>
      </a:accent5>
      <a:accent6>
        <a:srgbClr val="0A5F2D"/>
      </a:accent6>
      <a:hlink>
        <a:srgbClr val="00802F"/>
      </a:hlink>
      <a:folHlink>
        <a:srgbClr val="0A5F2D"/>
      </a:folHlink>
    </a:clrScheme>
    <a:fontScheme name="uni stgallen Fonts">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_stgallen_master_01.potx" id="{30835CC8-2B5A-4E70-B341-DDAB901ED00B}" vid="{29D780FA-9373-4C8E-8A10-29358CDEA5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1870F55-7693-4BED-BB93-08298D6C04B0}">
  <we:reference id="94886107-76f9-4f92-aa81-ee726374f3e7" version="1.0.0.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C2EED3AEDAB24AB48AF05A7A255DF4" ma:contentTypeVersion="21" ma:contentTypeDescription="Create a new document." ma:contentTypeScope="" ma:versionID="274d9017fadbcc8b67afbe4b22a55600">
  <xsd:schema xmlns:xsd="http://www.w3.org/2001/XMLSchema" xmlns:xs="http://www.w3.org/2001/XMLSchema" xmlns:p="http://schemas.microsoft.com/office/2006/metadata/properties" xmlns:ns2="07c8a24f-8b40-44ca-950f-ae5db2c4fa23" xmlns:ns3="71d337dc-809a-4269-a690-d6cd31b4acd0" targetNamespace="http://schemas.microsoft.com/office/2006/metadata/properties" ma:root="true" ma:fieldsID="0b58614a3de855f8a451fa93eb2e43b4" ns2:_="" ns3:_="">
    <xsd:import namespace="07c8a24f-8b40-44ca-950f-ae5db2c4fa23"/>
    <xsd:import namespace="71d337dc-809a-4269-a690-d6cd31b4acd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c8a24f-8b40-44ca-950f-ae5db2c4fa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9a650111-7fb8-408c-8449-112adb6e2edd"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1d337dc-809a-4269-a690-d6cd31b4acd0"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8f3f5698-4e7b-49a9-bf00-a8b38c5133ff}" ma:internalName="TaxCatchAll" ma:showField="CatchAllData" ma:web="71d337dc-809a-4269-a690-d6cd31b4acd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TemplafySlideTemplateConfiguration><![CDATA[{"slideVersion":1,"isValidatorEnabled":false,"isLocked":false,"elementsMetadata":[],"slideId":"637750113834120761","enableDocumentContentUpdater":true,"version":"2.0"}]]></TemplafySlideTemplateConfiguration>
</file>

<file path=customXml/item3.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231105","enableDocumentContentUpdater":true,"version":"2.0"}]]></TemplafySlideTemplateConfiguration>
</file>

<file path=customXml/item4.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5.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264450","enableDocumentContentUpdater":true,"version":"2.0"}]]></TemplafySlideTemplateConfiguration>
</file>

<file path=customXml/item6.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195832","enableDocumentContentUpdater":true,"version":"2.0"}]]></TemplafySlideTemplateConfiguration>
</file>

<file path=customXml/item7.xml><?xml version="1.0" encoding="utf-8"?>
<TemplafySlideTemplateConfiguration><![CDATA[{"slideVersion":1,"isValidatorEnabled":false,"isLocked":false,"elementsMetadata":[{"type":"shape","elementConfiguration":{"width":"{{UserProfile.Department.REFDepartmentLogo.WidthPNGPPT}}","height":"{{UserProfile.Department.REFDepartmentLogo.HeightPNGPPT}}","image":"{{UserProfile.Department.REFDepartmentLogo.ImagePNG}}","type":"image","disableUpdates":false}}],"slideId":"637750113834107008","enableDocumentContentUpdater":true,"version":"2.0"}]]></TemplafySlideTemplateConfiguration>
</file>

<file path=customXml/item8.xml><?xml version="1.0" encoding="utf-8"?>
<TemplafySlideTemplateConfiguration><![CDATA[{"slideVersion":1,"isValidatorEnabled":false,"isLocked":false,"elementsMetadata":[],"slideId":"637750113834130535","enableDocumentContentUpdater":true,"version":"2.0"}]]></TemplafySlideTemplateConfiguration>
</file>

<file path=customXml/item9.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10.xml><?xml version="1.0" encoding="utf-8"?>
<?mso-contentType ?>
<FormTemplates xmlns="http://schemas.microsoft.com/sharepoint/v3/contenttype/forms">
  <Display>DocumentLibraryForm</Display>
  <Edit>DocumentLibraryForm</Edit>
  <New>DocumentLibraryForm</New>
</FormTemplates>
</file>

<file path=customXml/item11.xml><?xml version="1.0" encoding="utf-8"?>
<TemplafySlideTemplateConfiguration><![CDATA[{"slideVersion":1,"isValidatorEnabled":false,"isLocked":false,"elementsMetadata":[],"slideId":"637750113834122525","enableDocumentContentUpdater":true,"version":"2.0"}]]></TemplafySlideTemplateConfiguration>
</file>

<file path=customXml/item12.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13.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237210","enableDocumentContentUpdater":true,"version":"2.0"}]]></TemplafySlideTemplateConfiguration>
</file>

<file path=customXml/item14.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15.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16.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135648","enableDocumentContentUpdater":true,"version":"2.0"}]]></TemplafySlideTemplateConfiguration>
</file>

<file path=customXml/item17.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18.xml><?xml version="1.0" encoding="utf-8"?>
<TemplafySlideTemplateConfiguration><![CDATA[{"slideVersion":1,"isValidatorEnabled":false,"isLocked":false,"elementsMetadata":[],"slideId":"637750113834125595","enableDocumentContentUpdater":true,"version":"2.0"}]]></TemplafySlideTemplateConfiguration>
</file>

<file path=customXml/item19.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20.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21.xml><?xml version="1.0" encoding="utf-8"?>
<p:properties xmlns:p="http://schemas.microsoft.com/office/2006/metadata/properties" xmlns:xsi="http://www.w3.org/2001/XMLSchema-instance" xmlns:pc="http://schemas.microsoft.com/office/infopath/2007/PartnerControls">
  <documentManagement>
    <lcf76f155ced4ddcb4097134ff3c332f xmlns="07c8a24f-8b40-44ca-950f-ae5db2c4fa23">
      <Terms xmlns="http://schemas.microsoft.com/office/infopath/2007/PartnerControls"/>
    </lcf76f155ced4ddcb4097134ff3c332f>
    <TaxCatchAll xmlns="71d337dc-809a-4269-a690-d6cd31b4acd0" xsi:nil="true"/>
  </documentManagement>
</p:properties>
</file>

<file path=customXml/item22.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156510","enableDocumentContentUpdater":true,"version":"2.0"}]]></TemplafySlideTemplateConfiguration>
</file>

<file path=customXml/item23.xml><?xml version="1.0" encoding="utf-8"?>
<TemplafySlideTemplateConfiguration><![CDATA[{"slideVersion":1,"isValidatorEnabled":false,"isLocked":false,"elementsMetadata":[{"type":"shape","elementConfiguration":{"width":"{{UserProfile.Department.REFDepartmentLogo.WidthPNGPPT}}","height":"{{UserProfile.Department.REFDepartmentLogo.HeightPNGPPT}}","image":"{{UserProfile.Department.REFDepartmentLogo.ImagePNG}}","type":"image","disableUpdates":false}}],"slideId":"637750113834107608","enableDocumentContentUpdater":true,"version":"2.0"}]]></TemplafySlideTemplateConfiguration>
</file>

<file path=customXml/item24.xml><?xml version="1.0" encoding="utf-8"?>
<TemplafyTemplateConfiguration><![CDATA[{"elementsMetadata":[{"type":"shape","id":"56ce75b3-422e-4bea-941a-dc00172cd73f","elementConfiguration":{"binding":"{{FormatDateTime(Form.Date,Translate(\"DateFormat\"),DocumentLanguage)}}","type":"text","disableUpdates":false}},{"type":"shape","id":"ff4a6372-22c5-4dd4-8428-3be358c8e860","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802336ec-566b-4a3d-896e-7cccb9fe246d","elementConfiguration":{"binding":"{{Form.Footer}}","type":"text","disableUpdates":false}},{"type":"shape","id":"a2d41398-5271-4cc9-b1dd-66e099bdef04","elementConfiguration":{"binding":"{{UserProfile.Department.DepartmentName}}","visibility":"{{IfElse(Form.FooterLogo, VisibilityType.Hidden,VisibilityType.Visible)}}","type":"text","disableUpdates":false}},{"type":"shape","id":"a40dda36-18a9-40da-9166-9a47a867251f","elementConfiguration":{"width":"{{UserProfile.Department.REFDepartmentLogo.WidthPNGPPT}}","height":"{{UserProfile.Department.REFDepartmentLogo.HeightPNGPPT}}","image":"{{UserProfile.Department.REFDepartmentLogo.ImagePNG}}","type":"image","disableUpdates":false}},{"type":"shape","id":"239d4f55-1bac-4607-8b11-947c6c77cd46","elementConfiguration":{"binding":"{{UserProfile.Department.DepartmentName}} \n{{UserProfile.Department.DepartmentStreet}} {{UserProfile.Department.DepartmentStreetNumber}} \n{{UserProfile.Department.DepartmentPOBox}} {{UserProfile.Department.DepartmentCity}} \n{{UserProfile.Department.DepartmentCountry}} \n{{UserProfile.Department.DepartmentWebsite}}","type":"text","disableUpdates":false}},{"type":"shape","id":"4e7e3c8a-6e06-4468-a348-0ba7b10c4800","elementConfiguration":{"width":"{{UserProfile.Department.REFDepartmentLogo.WidthPNGPPT}}","height":"{{UserProfile.Department.REFDepartmentLogo.HeightPNGPPT}}","image":"{{UserProfile.Department.REFDepartmentLogo.ImagePNG}}","type":"image","disableUpdates":false}},{"type":"shape","id":"843f5766-31d9-4280-a669-00226bb12ba8","elementConfiguration":{"binding":"{{FormatDateTime(Form.Date,Translate(\"DateFormat\"),DocumentLanguage)}}","type":"text","disableUpdates":false}},{"type":"shape","id":"9b9e4f3c-de31-4236-8ed4-5b99f4d3cf2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75162e3e-ae53-4b5e-99da-7a45748d34cc","elementConfiguration":{"binding":"{{Form.Footer}}","type":"text","disableUpdates":false}},{"type":"shape","id":"4b457ff6-1749-4ff7-9ec1-d06b95bd97c4","elementConfiguration":{"binding":"{{UserProfile.Department.DepartmentName}}","visibility":"{{IfElse(Form.FooterLogo, VisibilityType.Hidden,VisibilityType.Visible)}}","type":"text","disableUpdates":false}},{"type":"shape","id":"595e50e6-f562-4e70-8412-9b3e58d54d40","elementConfiguration":{"width":"{{UserProfile.Department.REFDepartmentLogo.WidthPNGPPT}}","height":"{{UserProfile.Department.REFDepartmentLogo.HeightPNGPPT}}","image":"{{UserProfile.Department.REFDepartmentLogo.ImagePNG}}","type":"image","disableUpdates":false}},{"type":"shape","id":"987706d0-0020-48f8-abb7-fa71e92ba907","elementConfiguration":{"binding":"{{FormatDateTime(Form.Date,Translate(\"DateFormat\"),DocumentLanguage)}}","type":"text","disableUpdates":false}},{"type":"shape","id":"18680601-61d8-4c65-b887-d43faff0f7e7","elementConfiguration":{"width":"{{UserProfile.Department.REFDepartmentLogo.WidthPNGPPT}}","height":"{{UserProfile.Department.REFDepartmentLogo.HeightPNGPPT}}","image":"{{UserProfile.Department.REFDepartmentLogo.ImagePNG}}","type":"image","disableUpdates":false}},{"type":"shape","id":"889eed5e-adc6-4545-a320-e60e7fe89049","elementConfiguration":{"binding":"{{FormatDateTime(Form.Date,Translate(\"DateFormat\"),DocumentLanguage)}}","type":"text","disableUpdates":false}},{"type":"shape","id":"3f852e2a-90cd-405b-aa63-881f2da03bb5","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a606881e-514e-4f57-b14a-3e310a69b4b5","elementConfiguration":{"binding":"{{Form.Footer}}","type":"text","disableUpdates":false}},{"type":"shape","id":"d89fcdf5-4b31-4eed-a6ec-a34b7588e3dc","elementConfiguration":{"binding":"{{UserProfile.Department.DepartmentName}}","visibility":"{{IfElse(Form.FooterLogo, VisibilityType.Hidden,VisibilityType.Visible)}}","type":"text","disableUpdates":false}},{"type":"shape","id":"e4895852-1c5c-4754-a233-3eec028fd2a8","elementConfiguration":{"binding":"{{FormatDateTime(Form.Date,Translate(\"DateFormat\"),DocumentLanguage)}}","type":"text","disableUpdates":false}},{"type":"shape","id":"d621d8b6-cd2e-463b-982e-d95c5f8a82fb","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65b937f8-b6ed-482d-9fcb-89e2ad98182a","elementConfiguration":{"binding":"{{Form.Footer}}","type":"text","disableUpdates":false}},{"type":"shape","id":"8e41931c-7f95-42d4-bfa3-9c5f04293069","elementConfiguration":{"binding":"{{UserProfile.Department.DepartmentName}}","visibility":"{{IfElse(Form.FooterLogo, VisibilityType.Hidden,VisibilityType.Visible)}}","type":"text","disableUpdates":false}},{"type":"shape","id":"313b8357-6b18-490c-9533-a6c0ee071962","elementConfiguration":{"binding":"{{FormatDateTime(Form.Date,Translate(\"DateFormat\"),DocumentLanguage)}}","type":"text","disableUpdates":false}},{"type":"shape","id":"69582c92-e5c7-4749-97ef-47cc4b58fa8b","elementConfiguration":{"binding":"{{FormatDateTime(Form.Date,Translate(\"DateFormat\"),DocumentLanguage)}}","type":"text","disableUpdates":false}},{"type":"shape","id":"4ee707e9-0b9f-42e6-bfac-8cfa418e9d62","elementConfiguration":{"binding":"{{Form.Footer}}","type":"text","disableUpdates":false}},{"type":"shape","id":"b710521b-d63f-429f-a075-a52a6cb7c897","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4c8a9ee4-f540-4aa0-9380-f692b4e2dcc6","elementConfiguration":{"binding":"{{UserProfile.Department.DepartmentName}}","visibility":"{{IfElse(Form.FooterLogo, VisibilityType.Hidden,VisibilityType.Visible)}}","type":"text","disableUpdates":false}},{"type":"shape","id":"9c2bec1f-485e-44d6-987c-4c2a62826230","elementConfiguration":{"binding":"{{FormatDateTime(Form.Date,Translate(\"DateFormat\"),DocumentLanguage)}}","type":"text","disableUpdates":false}},{"type":"shape","id":"965f1849-534b-4cf0-ad65-b946ad9126d8","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id":"73b120c8-aa6c-4644-86bc-360261a349b9","elementConfiguration":{"binding":"{{Form.Footer}}","type":"text","disableUpdates":false}},{"type":"shape","id":"297fab75-6aaa-4b1a-95bb-193250870530","elementConfiguration":{"binding":"{{UserProfile.Department.DepartmentName}}","visibility":"{{IfElse(Form.FooterLogo, VisibilityType.Hidden,VisibilityType.Visible)}}","type":"text","disableUpdates":false}}],"transformationConfigurations":[{"language":"{{UserProfile.DocumentLanguage.Language}}","disableUpdates":false,"type":"proofingLanguage"},{"propertyName":"creator","propertyValue":"{{UserProfile.FirstName}} {{UserProfile.LastName}}","disableUpdates":false,"type":"documentProperty"},{"propertyName":"title","propertyValue":"Presentation - University of St.Gallen","disableUpdates":false,"type":"documentProperty"}],"templateName":"UNISG Präsentation","templateDescription":"","enableDocumentContentUpdater":true,"version":"2.0"}]]></TemplafyTemplateConfiguration>
</file>

<file path=customXml/item25.xml><?xml version="1.0" encoding="utf-8"?>
<TemplafySlideTemplateConfiguration><![CDATA[{"slideVersion":1,"isValidatorEnabled":false,"isLocked":false,"elementsMetadata":[],"slideId":"637750113834253485","enableDocumentContentUpdater":true,"version":"2.0"}]]></TemplafySlideTemplateConfiguration>
</file>

<file path=customXml/item26.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113416","enableDocumentContentUpdater":true,"version":"2.0"}]]></TemplafySlideTemplateConfiguration>
</file>

<file path=customXml/item27.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28.xml><?xml version="1.0" encoding="utf-8"?>
<TemplafySlideFormConfiguration><![CDATA[{"formFields":[],"formDataEntries":[]}]]></TemplafySlideFormConfiguration>
</file>

<file path=customXml/item29.xml><?xml version="1.0" encoding="utf-8"?>
<TemplafySlideFormConfiguration><![CDATA[{"formFields":[],"formDataEntries":[]}]]></TemplafySlideFormConfiguration>
</file>

<file path=customXml/item30.xml><?xml version="1.0" encoding="utf-8"?>
<TemplafySlideTemplateConfiguration><![CDATA[{"slideVersion":1,"isValidatorEnabled":false,"isLocked":false,"elementsMetadata":[{"type":"shape","elementConfiguration":{"width":"{{UserProfile.Department.REFDepartmentLogo.WidthPNGPPT}}","height":"{{UserProfile.Department.REFDepartmentLogo.HeightPNGPPT}}","image":"{{UserProfile.Department.REFDepartmentLogo.ImagePNG}}","type":"image","disableUpdates":false}},{"type":"shape","elementConfiguration":{"binding":"{{UserProfile.Department.DepartmentName}} \n{{UserProfile.Department.DepartmentStreet}} {{UserProfile.Department.DepartmentStreetNumber}} \n{{UserProfile.Department.DepartmentPOBox}} {{UserProfile.Department.DepartmentCity}} \n{{UserProfile.Department.DepartmentCountry}} \n{{UserProfile.Department.DepartmentWebsite}}","type":"text","disableUpdates":false}}],"slideId":"637750113834283378","enableDocumentContentUpdater":true,"version":"2.0"}]]></TemplafySlideTemplateConfiguration>
</file>

<file path=customXml/item31.xml><?xml version="1.0" encoding="utf-8"?>
<TemplafySlideFormConfiguration><![CDATA[{"formFields":[],"formDataEntries":[]}]]></TemplafySlideFormConfiguration>
</file>

<file path=customXml/item32.xml><?xml version="1.0" encoding="utf-8"?>
<TemplafySlideTemplateConfiguration><![CDATA[{"slideVersion":1,"isValidatorEnabled":false,"isLocked":false,"elementsMetadata":[{"type":"shape","elementConfiguration":{"width":"{{UserProfile.Department.REFDepartmentLogo.WidthPNGPPT}}","height":"{{UserProfile.Department.REFDepartmentLogo.HeightPNGPPT}}","image":"{{UserProfile.Department.REFDepartmentLogo.ImagePNG}}","type":"image","disableUpdates":false}}],"slideId":"637750113834106457","enableDocumentContentUpdater":true,"version":"2.0"}]]></TemplafySlideTemplateConfiguration>
</file>

<file path=customXml/item33.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261908","enableDocumentContentUpdater":true,"version":"2.0"}]]></TemplafySlideTemplateConfiguration>
</file>

<file path=customXml/item34.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257356","enableDocumentContentUpdater":true,"version":"2.0"}]]></TemplafySlideTemplateConfiguration>
</file>

<file path=customXml/item35.xml><?xml version="1.0" encoding="utf-8"?>
<TemplafySlideFormConfiguration><![CDATA[{"formFields":[],"formDataEntries":[]}]]></TemplafySlideFormConfiguration>
</file>

<file path=customXml/item36.xml><?xml version="1.0" encoding="utf-8"?>
<TemplafySlideTemplateConfiguration><![CDATA[{"slideVersion":1,"isValidatorEnabled":false,"isLocked":false,"elementsMetadata":[],"slideId":"637750113834267111","enableDocumentContentUpdater":true,"version":"2.0"}]]></TemplafySlideTemplateConfiguration>
</file>

<file path=customXml/item37.xml><?xml version="1.0" encoding="utf-8"?>
<TemplafySlideFormConfiguration><![CDATA[{"formFields":[],"formDataEntries":[]}]]></TemplafySlideFormConfiguration>
</file>

<file path=customXml/item38.xml><?xml version="1.0" encoding="utf-8"?>
<TemplafySlideFormConfiguration><![CDATA[{"formFields":[],"formDataEntries":[]}]]></TemplafySlideFormConfiguration>
</file>

<file path=customXml/item39.xml><?xml version="1.0" encoding="utf-8"?>
<Templafy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name":"Date","value":"+Z5Mp3YA6oBTYCzRQ9X9ow=="},{"name":"FooterLogo","value":"iTzqZGj1P6MRGUQq8ahlhA=="}]}]]></TemplafyFormConfiguration>
</file>

<file path=customXml/item40.xml><?xml version="1.0" encoding="utf-8"?>
<TemplafySlideFormConfiguration><![CDATA[{"formFields":[],"formDataEntries":[]}]]></TemplafySlideFormConfiguration>
</file>

<file path=customXml/item41.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42.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279331","enableDocumentContentUpdater":true,"version":"2.0"}]]></TemplafySlideTemplateConfiguration>
</file>

<file path=customXml/item43.xml><?xml version="1.0" encoding="utf-8"?>
<TemplafySlideFormConfiguration><![CDATA[{"formFields":[],"formDataEntries":[]}]]></TemplafySlideFormConfiguration>
</file>

<file path=customXml/item44.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249425","enableDocumentContentUpdater":true,"version":"2.0"}]]></TemplafySlideTemplateConfiguration>
</file>

<file path=customXml/item45.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Form.Footer}}","type":"text","disableUpdates":false}},{"type":"shape","elementConfiguration":{"binding":"{{UserProfile.Department.DepartmentName}}","visibility":"{{IfElse(Form.FooterLogo, VisibilityType.Hidden,VisibilityType.Visible)}}","type":"text","disableUpdates":false}}],"slideId":"637750113834269210","enableDocumentContentUpdater":true,"version":"2.0"}]]></TemplafySlideTemplateConfiguration>
</file>

<file path=customXml/item46.xml><?xml version="1.0" encoding="utf-8"?>
<TemplafySlideTemplateConfiguration><![CDATA[{"slideVersion":1,"isValidatorEnabled":false,"isLocked":false,"elementsMetadata":[{"type":"shape","elementConfiguration":{"binding":"{{FormatDateTime(Form.Date,Translate(\"DateFormat\"),DocumentLanguage)}}","type":"text","disableUpdates":false}},{"type":"shape","elementConfiguration":{"binding":"{{Form.Footer}}","type":"text","disableUpdates":false}},{"type":"shape","elementConfiguration":{"width":"{{UserProfile.Department.REFDepartmentLogo.WidthPNGPPTFooter}}","height":"{{UserProfile.Department.REFDepartmentLogo.HeightPNGPPTFooter}}","image":"{{UserProfile.Department.REFDepartmentLogo.ImagePNG}}","visibility":"{{IfElse(Form.FooterLogo, VisibilityType.Visible,VisibilityType.Hidden)}}","type":"image","disableUpdates":false}},{"type":"shape","elementConfiguration":{"binding":"{{UserProfile.Department.DepartmentName}}","visibility":"{{IfElse(Form.FooterLogo, VisibilityType.Hidden,VisibilityType.Visible)}}","type":"text","disableUpdates":false}}],"slideId":"637750113834107890","enableDocumentContentUpdater":true,"version":"2.0"}]]></TemplafySlideTemplateConfiguration>
</file>

<file path=customXml/item47.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48.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49.xml><?xml version="1.0" encoding="utf-8"?>
<TemplafySlideTemplateConfiguration><![CDATA[{"slideVersion":1,"isValidatorEnabled":false,"isLocked":false,"elementsMetadata":[],"slideId":"637750113834254135","enableDocumentContentUpdater":true,"version":"2.0"}]]></TemplafySlideTemplateConfiguration>
</file>

<file path=customXml/item50.xml><?xml version="1.0" encoding="utf-8"?>
<TemplafySlideFormConfiguration><![CDATA[{"formFields":[],"formDataEntries":[]}]]></TemplafySlideFormConfiguration>
</file>

<file path=customXml/item51.xml><?xml version="1.0" encoding="utf-8"?>
<TemplafySlideFormConfiguration><![CDATA[{"formFields":[],"formDataEntries":[]}]]></TemplafySlideFormConfiguration>
</file>

<file path=customXml/item52.xml><?xml version="1.0" encoding="utf-8"?>
<TemplafySlideFormConfiguration><![CDATA[{"formFields":[],"formDataEntries":[]}]]></TemplafySlideFormConfiguration>
</file>

<file path=customXml/item53.xml><?xml version="1.0" encoding="utf-8"?>
<TemplafySlideFormConfiguration><![CDATA[{"formFields":[],"formDataEntries":[]}]]></TemplafySlideFormConfiguration>
</file>

<file path=customXml/item54.xml><?xml version="1.0" encoding="utf-8"?>
<TemplafySlideFormConfiguration><![CDATA[{"formFields":[{"required":true,"shareValue":false,"type":"datePicker","name":"Date","label":"Datum"},{"required":false,"placeholder":"","lines":1,"shareValue":false,"type":"textBox","name":"Footer","label":"Fusszeile"},{"defaultValue":{"fixedValue":true},"shareValue":false,"type":"checkBox","name":"FooterLogo","label":"mit Logo in der Fusszeile"}],"formDataEntries":[]}]]></TemplafySlideFormConfiguration>
</file>

<file path=customXml/item55.xml><?xml version="1.0" encoding="utf-8"?>
<TemplafySlideTemplateConfiguration><![CDATA[{"slideVersion":1,"isValidatorEnabled":false,"isLocked":false,"elementsMetadata":[{"type":"shape","elementConfiguration":{"width":"{{UserProfile.Department.REFDepartmentLogo.WidthPNGPPT}}","height":"{{UserProfile.Department.REFDepartmentLogo.HeightPNGPPT}}","image":"{{UserProfile.Department.REFDepartmentLogo.ImagePNG}}","type":"image","disableUpdates":false}}],"slideId":"638097175473157463","enableDocumentContentUpdater":false,"version":"2.0"}]]></TemplafySlideTemplateConfiguration>
</file>

<file path=customXml/itemProps1.xml><?xml version="1.0" encoding="utf-8"?>
<ds:datastoreItem xmlns:ds="http://schemas.openxmlformats.org/officeDocument/2006/customXml" ds:itemID="{329B48A9-5067-463C-80F4-7C90FDDEC2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c8a24f-8b40-44ca-950f-ae5db2c4fa23"/>
    <ds:schemaRef ds:uri="71d337dc-809a-4269-a690-d6cd31b4ac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0DF96B0-5AB8-4312-B635-364A70A3CD64}">
  <ds:schemaRefs/>
</ds:datastoreItem>
</file>

<file path=customXml/itemProps3.xml><?xml version="1.0" encoding="utf-8"?>
<ds:datastoreItem xmlns:ds="http://schemas.openxmlformats.org/officeDocument/2006/customXml" ds:itemID="{7D15E2AB-9AA3-4994-B62A-3E2F5C1A2EC4}">
  <ds:schemaRefs/>
</ds:datastoreItem>
</file>

<file path=customXml/itemProps4.xml><?xml version="1.0" encoding="utf-8"?>
<ds:datastoreItem xmlns:ds="http://schemas.openxmlformats.org/officeDocument/2006/customXml" ds:itemID="{55868A80-4CEC-40D9-B298-8CDA543EF6B4}">
  <ds:schemaRefs/>
</ds:datastoreItem>
</file>

<file path=customXml/itemProps5.xml><?xml version="1.0" encoding="utf-8"?>
<ds:datastoreItem xmlns:ds="http://schemas.openxmlformats.org/officeDocument/2006/customXml" ds:itemID="{0D0AC32F-64CA-4FED-863B-4E0877612F21}">
  <ds:schemaRefs/>
</ds:datastoreItem>
</file>

<file path=customXml/itemProps6.xml><?xml version="1.0" encoding="utf-8"?>
<ds:datastoreItem xmlns:ds="http://schemas.openxmlformats.org/officeDocument/2006/customXml" ds:itemID="{C9933F99-DED2-42B9-8123-10C71C06D0F5}">
  <ds:schemaRefs/>
</ds:datastoreItem>
</file>

<file path=customXml/itemProps7.xml><?xml version="1.0" encoding="utf-8"?>
<ds:datastoreItem xmlns:ds="http://schemas.openxmlformats.org/officeDocument/2006/customXml" ds:itemID="{708F14FE-66F6-4744-AD1D-7632167C0D90}">
  <ds:schemaRefs/>
</ds:datastoreItem>
</file>

<file path=customXml/itemProps8.xml><?xml version="1.0" encoding="utf-8"?>
<ds:datastoreItem xmlns:ds="http://schemas.openxmlformats.org/officeDocument/2006/customXml" ds:itemID="{BA2D1F52-F0AD-4181-AA76-1D6F58ED2D3E}">
  <ds:schemaRefs/>
</ds:datastoreItem>
</file>

<file path=customXml/itemProps9.xml><?xml version="1.0" encoding="utf-8"?>
<ds:datastoreItem xmlns:ds="http://schemas.openxmlformats.org/officeDocument/2006/customXml" ds:itemID="{B0437DFC-C606-441B-B8FC-7769CEA71C34}">
  <ds:schemaRefs/>
</ds:datastoreItem>
</file>

<file path=customXml/itemProps10.xml><?xml version="1.0" encoding="utf-8"?>
<ds:datastoreItem xmlns:ds="http://schemas.openxmlformats.org/officeDocument/2006/customXml" ds:itemID="{ED2A37DE-9640-4BAD-87EB-02349D3561C8}">
  <ds:schemaRefs>
    <ds:schemaRef ds:uri="http://schemas.microsoft.com/sharepoint/v3/contenttype/forms"/>
  </ds:schemaRefs>
</ds:datastoreItem>
</file>

<file path=customXml/itemProps11.xml><?xml version="1.0" encoding="utf-8"?>
<ds:datastoreItem xmlns:ds="http://schemas.openxmlformats.org/officeDocument/2006/customXml" ds:itemID="{BE973802-FCC6-412D-B906-CC95D3BA7379}">
  <ds:schemaRefs/>
</ds:datastoreItem>
</file>

<file path=customXml/itemProps12.xml><?xml version="1.0" encoding="utf-8"?>
<ds:datastoreItem xmlns:ds="http://schemas.openxmlformats.org/officeDocument/2006/customXml" ds:itemID="{22F15940-6A24-4FEF-A717-C5EC22A291A1}">
  <ds:schemaRefs/>
</ds:datastoreItem>
</file>

<file path=customXml/itemProps13.xml><?xml version="1.0" encoding="utf-8"?>
<ds:datastoreItem xmlns:ds="http://schemas.openxmlformats.org/officeDocument/2006/customXml" ds:itemID="{0AF5DDBE-5E75-48FC-BA21-32ACE2374F30}">
  <ds:schemaRefs/>
</ds:datastoreItem>
</file>

<file path=customXml/itemProps14.xml><?xml version="1.0" encoding="utf-8"?>
<ds:datastoreItem xmlns:ds="http://schemas.openxmlformats.org/officeDocument/2006/customXml" ds:itemID="{84926F0E-4CF9-4868-9C6A-F4B02CC81AC4}">
  <ds:schemaRefs/>
</ds:datastoreItem>
</file>

<file path=customXml/itemProps15.xml><?xml version="1.0" encoding="utf-8"?>
<ds:datastoreItem xmlns:ds="http://schemas.openxmlformats.org/officeDocument/2006/customXml" ds:itemID="{A435609F-4C76-4415-A5FC-BB21AE5C4FD2}">
  <ds:schemaRefs/>
</ds:datastoreItem>
</file>

<file path=customXml/itemProps16.xml><?xml version="1.0" encoding="utf-8"?>
<ds:datastoreItem xmlns:ds="http://schemas.openxmlformats.org/officeDocument/2006/customXml" ds:itemID="{7DDF22D5-378F-4B43-9E2C-6011B6850318}">
  <ds:schemaRefs/>
</ds:datastoreItem>
</file>

<file path=customXml/itemProps17.xml><?xml version="1.0" encoding="utf-8"?>
<ds:datastoreItem xmlns:ds="http://schemas.openxmlformats.org/officeDocument/2006/customXml" ds:itemID="{9B272F4A-5C95-4892-AAD9-D7AEF7A26919}">
  <ds:schemaRefs/>
</ds:datastoreItem>
</file>

<file path=customXml/itemProps18.xml><?xml version="1.0" encoding="utf-8"?>
<ds:datastoreItem xmlns:ds="http://schemas.openxmlformats.org/officeDocument/2006/customXml" ds:itemID="{4CA08EE0-6BFF-42CE-9AEB-A2BB1FFE120F}">
  <ds:schemaRefs/>
</ds:datastoreItem>
</file>

<file path=customXml/itemProps19.xml><?xml version="1.0" encoding="utf-8"?>
<ds:datastoreItem xmlns:ds="http://schemas.openxmlformats.org/officeDocument/2006/customXml" ds:itemID="{600482A4-E9CD-4DA2-AD6D-ED3DAAC7A90E}">
  <ds:schemaRefs/>
</ds:datastoreItem>
</file>

<file path=customXml/itemProps20.xml><?xml version="1.0" encoding="utf-8"?>
<ds:datastoreItem xmlns:ds="http://schemas.openxmlformats.org/officeDocument/2006/customXml" ds:itemID="{1EEB1A81-9962-42B8-BE89-F24FBB4418EA}">
  <ds:schemaRefs/>
</ds:datastoreItem>
</file>

<file path=customXml/itemProps21.xml><?xml version="1.0" encoding="utf-8"?>
<ds:datastoreItem xmlns:ds="http://schemas.openxmlformats.org/officeDocument/2006/customXml" ds:itemID="{6567BD5C-CC0C-4648-BED2-6CE28F06E5A9}">
  <ds:schemaRefs>
    <ds:schemaRef ds:uri="http://schemas.microsoft.com/office/2006/metadata/properties"/>
    <ds:schemaRef ds:uri="http://purl.org/dc/elements/1.1/"/>
    <ds:schemaRef ds:uri="http://www.w3.org/XML/1998/namespace"/>
    <ds:schemaRef ds:uri="http://purl.org/dc/terms/"/>
    <ds:schemaRef ds:uri="http://schemas.microsoft.com/office/2006/documentManagement/types"/>
    <ds:schemaRef ds:uri="http://schemas.openxmlformats.org/package/2006/metadata/core-properties"/>
    <ds:schemaRef ds:uri="http://purl.org/dc/dcmitype/"/>
    <ds:schemaRef ds:uri="07c8a24f-8b40-44ca-950f-ae5db2c4fa23"/>
    <ds:schemaRef ds:uri="http://schemas.microsoft.com/office/infopath/2007/PartnerControls"/>
    <ds:schemaRef ds:uri="71d337dc-809a-4269-a690-d6cd31b4acd0"/>
  </ds:schemaRefs>
</ds:datastoreItem>
</file>

<file path=customXml/itemProps22.xml><?xml version="1.0" encoding="utf-8"?>
<ds:datastoreItem xmlns:ds="http://schemas.openxmlformats.org/officeDocument/2006/customXml" ds:itemID="{90BBE109-2328-4050-BC2C-A7208F976826}">
  <ds:schemaRefs/>
</ds:datastoreItem>
</file>

<file path=customXml/itemProps23.xml><?xml version="1.0" encoding="utf-8"?>
<ds:datastoreItem xmlns:ds="http://schemas.openxmlformats.org/officeDocument/2006/customXml" ds:itemID="{46D5571C-37EA-4B1A-965C-D1FF428CABBA}">
  <ds:schemaRefs/>
</ds:datastoreItem>
</file>

<file path=customXml/itemProps24.xml><?xml version="1.0" encoding="utf-8"?>
<ds:datastoreItem xmlns:ds="http://schemas.openxmlformats.org/officeDocument/2006/customXml" ds:itemID="{DD23DDCC-ABAF-42D1-9CB2-07E72D883C32}">
  <ds:schemaRefs/>
</ds:datastoreItem>
</file>

<file path=customXml/itemProps25.xml><?xml version="1.0" encoding="utf-8"?>
<ds:datastoreItem xmlns:ds="http://schemas.openxmlformats.org/officeDocument/2006/customXml" ds:itemID="{7F01121C-13E9-483A-B7E6-46DD03B75200}">
  <ds:schemaRefs/>
</ds:datastoreItem>
</file>

<file path=customXml/itemProps26.xml><?xml version="1.0" encoding="utf-8"?>
<ds:datastoreItem xmlns:ds="http://schemas.openxmlformats.org/officeDocument/2006/customXml" ds:itemID="{DCBF58FE-EC78-4FA4-A4AD-8EA1AF6C427F}">
  <ds:schemaRefs/>
</ds:datastoreItem>
</file>

<file path=customXml/itemProps27.xml><?xml version="1.0" encoding="utf-8"?>
<ds:datastoreItem xmlns:ds="http://schemas.openxmlformats.org/officeDocument/2006/customXml" ds:itemID="{2754228B-0BD8-45C5-B5EB-94306059B5EC}">
  <ds:schemaRefs/>
</ds:datastoreItem>
</file>

<file path=customXml/itemProps28.xml><?xml version="1.0" encoding="utf-8"?>
<ds:datastoreItem xmlns:ds="http://schemas.openxmlformats.org/officeDocument/2006/customXml" ds:itemID="{17B6E611-A877-40D8-9669-147A1865FF06}">
  <ds:schemaRefs/>
</ds:datastoreItem>
</file>

<file path=customXml/itemProps29.xml><?xml version="1.0" encoding="utf-8"?>
<ds:datastoreItem xmlns:ds="http://schemas.openxmlformats.org/officeDocument/2006/customXml" ds:itemID="{DC466C4A-550D-4144-830C-62BC000CB329}">
  <ds:schemaRefs/>
</ds:datastoreItem>
</file>

<file path=customXml/itemProps30.xml><?xml version="1.0" encoding="utf-8"?>
<ds:datastoreItem xmlns:ds="http://schemas.openxmlformats.org/officeDocument/2006/customXml" ds:itemID="{5CDA3866-4191-4ABE-B434-81C70850BD71}">
  <ds:schemaRefs/>
</ds:datastoreItem>
</file>

<file path=customXml/itemProps31.xml><?xml version="1.0" encoding="utf-8"?>
<ds:datastoreItem xmlns:ds="http://schemas.openxmlformats.org/officeDocument/2006/customXml" ds:itemID="{765EC35B-8AF2-40F0-BFE1-C19B71F66BB7}">
  <ds:schemaRefs/>
</ds:datastoreItem>
</file>

<file path=customXml/itemProps32.xml><?xml version="1.0" encoding="utf-8"?>
<ds:datastoreItem xmlns:ds="http://schemas.openxmlformats.org/officeDocument/2006/customXml" ds:itemID="{45B06F8E-AA4D-4F38-9B8B-099300ECC694}">
  <ds:schemaRefs/>
</ds:datastoreItem>
</file>

<file path=customXml/itemProps33.xml><?xml version="1.0" encoding="utf-8"?>
<ds:datastoreItem xmlns:ds="http://schemas.openxmlformats.org/officeDocument/2006/customXml" ds:itemID="{5F64DE57-8A63-47CA-A8AA-FC8E23CF697A}">
  <ds:schemaRefs/>
</ds:datastoreItem>
</file>

<file path=customXml/itemProps34.xml><?xml version="1.0" encoding="utf-8"?>
<ds:datastoreItem xmlns:ds="http://schemas.openxmlformats.org/officeDocument/2006/customXml" ds:itemID="{D4F2BED0-C414-46BA-AF63-E57A81C2B9FC}">
  <ds:schemaRefs/>
</ds:datastoreItem>
</file>

<file path=customXml/itemProps35.xml><?xml version="1.0" encoding="utf-8"?>
<ds:datastoreItem xmlns:ds="http://schemas.openxmlformats.org/officeDocument/2006/customXml" ds:itemID="{B77E3FB8-6B77-4C09-82A2-9AF5ACD3601A}">
  <ds:schemaRefs/>
</ds:datastoreItem>
</file>

<file path=customXml/itemProps36.xml><?xml version="1.0" encoding="utf-8"?>
<ds:datastoreItem xmlns:ds="http://schemas.openxmlformats.org/officeDocument/2006/customXml" ds:itemID="{FCB61E48-E0AD-4F83-9AA4-8AC901918564}">
  <ds:schemaRefs/>
</ds:datastoreItem>
</file>

<file path=customXml/itemProps37.xml><?xml version="1.0" encoding="utf-8"?>
<ds:datastoreItem xmlns:ds="http://schemas.openxmlformats.org/officeDocument/2006/customXml" ds:itemID="{DE9A5BE9-B208-45C2-93C1-997B1E18C5E8}">
  <ds:schemaRefs/>
</ds:datastoreItem>
</file>

<file path=customXml/itemProps38.xml><?xml version="1.0" encoding="utf-8"?>
<ds:datastoreItem xmlns:ds="http://schemas.openxmlformats.org/officeDocument/2006/customXml" ds:itemID="{187CDBC8-4301-CA40-9C1E-C2AAF09F8BBD}">
  <ds:schemaRefs/>
</ds:datastoreItem>
</file>

<file path=customXml/itemProps39.xml><?xml version="1.0" encoding="utf-8"?>
<ds:datastoreItem xmlns:ds="http://schemas.openxmlformats.org/officeDocument/2006/customXml" ds:itemID="{9BA6235D-7E1A-4B9C-ADE5-24E162A87D03}">
  <ds:schemaRefs/>
</ds:datastoreItem>
</file>

<file path=customXml/itemProps40.xml><?xml version="1.0" encoding="utf-8"?>
<ds:datastoreItem xmlns:ds="http://schemas.openxmlformats.org/officeDocument/2006/customXml" ds:itemID="{A1DE4887-2FA9-49BA-B8BF-E79FB8D56958}">
  <ds:schemaRefs/>
</ds:datastoreItem>
</file>

<file path=customXml/itemProps41.xml><?xml version="1.0" encoding="utf-8"?>
<ds:datastoreItem xmlns:ds="http://schemas.openxmlformats.org/officeDocument/2006/customXml" ds:itemID="{A35AE265-4942-487E-9782-B0313E5BE5BA}">
  <ds:schemaRefs/>
</ds:datastoreItem>
</file>

<file path=customXml/itemProps42.xml><?xml version="1.0" encoding="utf-8"?>
<ds:datastoreItem xmlns:ds="http://schemas.openxmlformats.org/officeDocument/2006/customXml" ds:itemID="{66FA18C0-85E2-48F7-961D-7BE01285C862}">
  <ds:schemaRefs/>
</ds:datastoreItem>
</file>

<file path=customXml/itemProps43.xml><?xml version="1.0" encoding="utf-8"?>
<ds:datastoreItem xmlns:ds="http://schemas.openxmlformats.org/officeDocument/2006/customXml" ds:itemID="{AB24DB1C-E169-480A-9390-B8AAE56F6957}">
  <ds:schemaRefs/>
</ds:datastoreItem>
</file>

<file path=customXml/itemProps44.xml><?xml version="1.0" encoding="utf-8"?>
<ds:datastoreItem xmlns:ds="http://schemas.openxmlformats.org/officeDocument/2006/customXml" ds:itemID="{8AA700CF-41AC-4CCC-923C-17ED3F632772}">
  <ds:schemaRefs/>
</ds:datastoreItem>
</file>

<file path=customXml/itemProps45.xml><?xml version="1.0" encoding="utf-8"?>
<ds:datastoreItem xmlns:ds="http://schemas.openxmlformats.org/officeDocument/2006/customXml" ds:itemID="{DCC1EDEA-6109-42CD-9115-6BD85EF38642}">
  <ds:schemaRefs/>
</ds:datastoreItem>
</file>

<file path=customXml/itemProps46.xml><?xml version="1.0" encoding="utf-8"?>
<ds:datastoreItem xmlns:ds="http://schemas.openxmlformats.org/officeDocument/2006/customXml" ds:itemID="{EF9A843C-DEE1-4221-96D6-063228FC0A5C}">
  <ds:schemaRefs/>
</ds:datastoreItem>
</file>

<file path=customXml/itemProps47.xml><?xml version="1.0" encoding="utf-8"?>
<ds:datastoreItem xmlns:ds="http://schemas.openxmlformats.org/officeDocument/2006/customXml" ds:itemID="{3DAEF0AC-8F99-434C-A5E8-5F51192FBC2E}">
  <ds:schemaRefs/>
</ds:datastoreItem>
</file>

<file path=customXml/itemProps48.xml><?xml version="1.0" encoding="utf-8"?>
<ds:datastoreItem xmlns:ds="http://schemas.openxmlformats.org/officeDocument/2006/customXml" ds:itemID="{357320CA-212D-4182-9447-766838BC3644}">
  <ds:schemaRefs/>
</ds:datastoreItem>
</file>

<file path=customXml/itemProps49.xml><?xml version="1.0" encoding="utf-8"?>
<ds:datastoreItem xmlns:ds="http://schemas.openxmlformats.org/officeDocument/2006/customXml" ds:itemID="{664F7CED-B0DA-429D-9A7F-4CBF61D24C26}">
  <ds:schemaRefs/>
</ds:datastoreItem>
</file>

<file path=customXml/itemProps50.xml><?xml version="1.0" encoding="utf-8"?>
<ds:datastoreItem xmlns:ds="http://schemas.openxmlformats.org/officeDocument/2006/customXml" ds:itemID="{4907208B-9EFE-4124-A198-13AD782B858C}">
  <ds:schemaRefs/>
</ds:datastoreItem>
</file>

<file path=customXml/itemProps51.xml><?xml version="1.0" encoding="utf-8"?>
<ds:datastoreItem xmlns:ds="http://schemas.openxmlformats.org/officeDocument/2006/customXml" ds:itemID="{552033E5-1422-443A-ABA7-A9FA421D7629}">
  <ds:schemaRefs/>
</ds:datastoreItem>
</file>

<file path=customXml/itemProps52.xml><?xml version="1.0" encoding="utf-8"?>
<ds:datastoreItem xmlns:ds="http://schemas.openxmlformats.org/officeDocument/2006/customXml" ds:itemID="{10CA47D5-62BF-412C-82C9-AD9C9628E81D}">
  <ds:schemaRefs/>
</ds:datastoreItem>
</file>

<file path=customXml/itemProps53.xml><?xml version="1.0" encoding="utf-8"?>
<ds:datastoreItem xmlns:ds="http://schemas.openxmlformats.org/officeDocument/2006/customXml" ds:itemID="{57D5D086-3D49-4363-99E9-93FB10F7001F}">
  <ds:schemaRefs/>
</ds:datastoreItem>
</file>

<file path=customXml/itemProps54.xml><?xml version="1.0" encoding="utf-8"?>
<ds:datastoreItem xmlns:ds="http://schemas.openxmlformats.org/officeDocument/2006/customXml" ds:itemID="{FFAB5E35-3CC7-4E36-92C6-6DCD3F34D8CF}">
  <ds:schemaRefs/>
</ds:datastoreItem>
</file>

<file path=customXml/itemProps55.xml><?xml version="1.0" encoding="utf-8"?>
<ds:datastoreItem xmlns:ds="http://schemas.openxmlformats.org/officeDocument/2006/customXml" ds:itemID="{F0F415B7-3B60-D646-8E61-195FAF28F2E9}">
  <ds:schemaRefs/>
</ds:datastoreItem>
</file>

<file path=docMetadata/LabelInfo.xml><?xml version="1.0" encoding="utf-8"?>
<clbl:labelList xmlns:clbl="http://schemas.microsoft.com/office/2020/mipLabelMetadata">
  <clbl:label id="{a7262e59-1b56-4f5a-a412-6f07181f48ee}" enabled="0" method="" siteId="{a7262e59-1b56-4f5a-a412-6f07181f48ee}" removed="1"/>
</clbl:labelList>
</file>

<file path=docProps/app.xml><?xml version="1.0" encoding="utf-8"?>
<Properties xmlns="http://schemas.openxmlformats.org/officeDocument/2006/extended-properties" xmlns:vt="http://schemas.openxmlformats.org/officeDocument/2006/docPropsVTypes">
  <Template>uni_stgallen_master_01</Template>
  <TotalTime>35</TotalTime>
  <Words>1483</Words>
  <Application>Microsoft Macintosh PowerPoint</Application>
  <PresentationFormat>On-screen Show (16:9)</PresentationFormat>
  <Paragraphs>192</Paragraphs>
  <Slides>17</Slides>
  <Notes>16</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Gill Alt One MT Light</vt:lpstr>
      <vt:lpstr>Gill Sans Nova</vt:lpstr>
      <vt:lpstr>Gill Sans Nova Light</vt:lpstr>
      <vt:lpstr>Symbol</vt:lpstr>
      <vt:lpstr>UNISG PPT</vt:lpstr>
      <vt:lpstr>CryptoFlow Event-Driven &amp; Process-Oriented Crypto Portfolio Platform</vt:lpstr>
      <vt:lpstr>What is CryptoFlow?</vt:lpstr>
      <vt:lpstr>Domain: Five Bounded Contexts</vt:lpstr>
      <vt:lpstr>Non-Functional Properties</vt:lpstr>
      <vt:lpstr>Architecture Overview</vt:lpstr>
      <vt:lpstr>Why Camunda 8 / Zeebe?</vt:lpstr>
      <vt:lpstr>Two Saga Patterns: Driven by Wait Semantics</vt:lpstr>
      <vt:lpstr>Onboarding: Parallel Saga</vt:lpstr>
      <vt:lpstr>Onboarding: Compensation &amp; Flag-Driven Completion</vt:lpstr>
      <vt:lpstr>Onboarding: Individual Service</vt:lpstr>
      <vt:lpstr>Place Order Process - Fairy Tale Saga</vt:lpstr>
      <vt:lpstr>Architecture Details: Additional Patterns</vt:lpstr>
      <vt:lpstr>Insights: Challenges &amp; Lessons Learned</vt:lpstr>
      <vt:lpstr>Demonstration</vt:lpstr>
      <vt:lpstr>Live Demo</vt:lpstr>
      <vt:lpstr>Summary &amp; Key Takeaways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University of St.Gallen</dc:title>
  <dc:creator>Ioannis Theodosiadis</dc:creator>
  <cp:lastModifiedBy>Gabriele, Cyril</cp:lastModifiedBy>
  <cp:revision>8</cp:revision>
  <cp:lastPrinted>2026-04-15T19:21:44Z</cp:lastPrinted>
  <dcterms:created xsi:type="dcterms:W3CDTF">2026-04-10T12:12:42Z</dcterms:created>
  <dcterms:modified xsi:type="dcterms:W3CDTF">2026-04-15T19:56:52Z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0x01010034C2EED3AEDAB24AB48AF05A7A255DF4</vt:lpwstr>
  </property>
  <property fmtid="{D5CDD505-2E9C-101B-9397-08002B2CF9AE}" pid="3" name="MediaServiceImageTags">
    <vt:lpwstr/>
  </property>
  <property fmtid="{D5CDD505-2E9C-101B-9397-08002B2CF9AE}" pid="4" name="TemplafyTimeStamp">
    <vt:lpwstr>2024-03-11T15:36:41</vt:lpwstr>
  </property>
  <property fmtid="{D5CDD505-2E9C-101B-9397-08002B2CF9AE}" pid="5" name="TemplafyTenantId">
    <vt:lpwstr>unisg</vt:lpwstr>
  </property>
  <property fmtid="{D5CDD505-2E9C-101B-9397-08002B2CF9AE}" pid="6" name="TemplafyTemplateId">
    <vt:lpwstr>637700762909751978</vt:lpwstr>
  </property>
  <property fmtid="{D5CDD505-2E9C-101B-9397-08002B2CF9AE}" pid="7" name="TemplafyUserProfileId">
    <vt:lpwstr>1429054011544437258</vt:lpwstr>
  </property>
  <property fmtid="{D5CDD505-2E9C-101B-9397-08002B2CF9AE}" pid="8" name="TemplafyLanguageCode">
    <vt:lpwstr>en-GB</vt:lpwstr>
  </property>
  <property fmtid="{D5CDD505-2E9C-101B-9397-08002B2CF9AE}" pid="9" name="TemplafyFromBlank">
    <vt:bool>false</vt:bool>
  </property>
</Properties>
</file>