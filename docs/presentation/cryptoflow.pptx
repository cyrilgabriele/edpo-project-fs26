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56"/>
  </p:sldMasterIdLst>
  <p:notesMasterIdLst>
    <p:notesMasterId r:id="rId75"/>
  </p:notesMasterIdLst>
  <p:handoutMasterIdLst>
    <p:handoutMasterId r:id="rId76"/>
  </p:handoutMasterIdLst>
  <p:sldIdLst>
    <p:sldId id="256" r:id="rId57"/>
    <p:sldId id="257" r:id="rId58"/>
    <p:sldId id="258" r:id="rId59"/>
    <p:sldId id="259" r:id="rId60"/>
    <p:sldId id="260" r:id="rId61"/>
    <p:sldId id="261" r:id="rId62"/>
    <p:sldId id="262" r:id="rId63"/>
    <p:sldId id="263" r:id="rId64"/>
    <p:sldId id="264" r:id="rId65"/>
    <p:sldId id="265" r:id="rId66"/>
    <p:sldId id="266" r:id="rId67"/>
    <p:sldId id="267" r:id="rId68"/>
    <p:sldId id="268" r:id="rId69"/>
    <p:sldId id="269" r:id="rId70"/>
    <p:sldId id="270" r:id="rId71"/>
    <p:sldId id="271" r:id="rId72"/>
    <p:sldId id="272" r:id="rId73"/>
    <p:sldId id="273" r:id="rId74"/>
  </p:sldIdLst>
  <p:sldSz cx="9144000" cy="5143500" type="screen16x9"/>
  <p:notesSz cx="6858000" cy="9144000"/>
  <p:defaultText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43"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31C3D"/>
    <a:srgbClr val="F46A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153FF-106B-724B-B9D7-549C31D8F797}" v="1" dt="2026-04-10T12:22:08.536"/>
  </p1510:revLst>
</p1510:revInfo>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8531"/>
  </p:normalViewPr>
  <p:slideViewPr>
    <p:cSldViewPr snapToGrid="0" showGuides="1">
      <p:cViewPr varScale="1">
        <p:scale>
          <a:sx n="161" d="100"/>
          <a:sy n="161" d="100"/>
        </p:scale>
        <p:origin x="2128" y="192"/>
      </p:cViewPr>
      <p:guideLst>
        <p:guide orient="horz" pos="1643"/>
        <p:guide pos="2880"/>
      </p:guideLst>
    </p:cSldViewPr>
  </p:slideViewPr>
  <p:notesTextViewPr>
    <p:cViewPr>
      <p:scale>
        <a:sx n="3" d="2"/>
        <a:sy n="3" d="2"/>
      </p:scale>
      <p:origin x="0" y="0"/>
    </p:cViewPr>
  </p:notesTextViewPr>
  <p:notesViewPr>
    <p:cSldViewPr snapToGrid="0" showGuides="1">
      <p:cViewPr varScale="1">
        <p:scale>
          <a:sx n="84" d="100"/>
          <a:sy n="84" d="100"/>
        </p:scale>
        <p:origin x="2736" y="9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customXml" Target="../customXml/item26.xml"/><Relationship Id="rId21" Type="http://schemas.openxmlformats.org/officeDocument/2006/relationships/customXml" Target="../customXml/item21.xml"/><Relationship Id="rId42" Type="http://schemas.openxmlformats.org/officeDocument/2006/relationships/customXml" Target="../customXml/item42.xml"/><Relationship Id="rId47" Type="http://schemas.openxmlformats.org/officeDocument/2006/relationships/customXml" Target="../customXml/item47.xml"/><Relationship Id="rId63" Type="http://schemas.openxmlformats.org/officeDocument/2006/relationships/slide" Target="slides/slide7.xml"/><Relationship Id="rId68" Type="http://schemas.openxmlformats.org/officeDocument/2006/relationships/slide" Target="slides/slide12.xml"/><Relationship Id="rId16" Type="http://schemas.openxmlformats.org/officeDocument/2006/relationships/customXml" Target="../customXml/item16.xml"/><Relationship Id="rId11" Type="http://schemas.openxmlformats.org/officeDocument/2006/relationships/customXml" Target="../customXml/item11.xml"/><Relationship Id="rId32" Type="http://schemas.openxmlformats.org/officeDocument/2006/relationships/customXml" Target="../customXml/item32.xml"/><Relationship Id="rId37" Type="http://schemas.openxmlformats.org/officeDocument/2006/relationships/customXml" Target="../customXml/item37.xml"/><Relationship Id="rId53" Type="http://schemas.openxmlformats.org/officeDocument/2006/relationships/customXml" Target="../customXml/item53.xml"/><Relationship Id="rId58" Type="http://schemas.openxmlformats.org/officeDocument/2006/relationships/slide" Target="slides/slide2.xml"/><Relationship Id="rId74" Type="http://schemas.openxmlformats.org/officeDocument/2006/relationships/slide" Target="slides/slide18.xml"/><Relationship Id="rId79" Type="http://schemas.openxmlformats.org/officeDocument/2006/relationships/theme" Target="theme/theme1.xml"/><Relationship Id="rId5" Type="http://schemas.openxmlformats.org/officeDocument/2006/relationships/customXml" Target="../customXml/item5.xml"/><Relationship Id="rId61" Type="http://schemas.openxmlformats.org/officeDocument/2006/relationships/slide" Target="slides/slide5.xml"/><Relationship Id="rId19" Type="http://schemas.openxmlformats.org/officeDocument/2006/relationships/customXml" Target="../customXml/item19.xml"/><Relationship Id="rId14" Type="http://schemas.openxmlformats.org/officeDocument/2006/relationships/customXml" Target="../customXml/item14.xml"/><Relationship Id="rId22" Type="http://schemas.openxmlformats.org/officeDocument/2006/relationships/customXml" Target="../customXml/item22.xml"/><Relationship Id="rId27" Type="http://schemas.openxmlformats.org/officeDocument/2006/relationships/customXml" Target="../customXml/item27.xml"/><Relationship Id="rId30" Type="http://schemas.openxmlformats.org/officeDocument/2006/relationships/customXml" Target="../customXml/item30.xml"/><Relationship Id="rId35" Type="http://schemas.openxmlformats.org/officeDocument/2006/relationships/customXml" Target="../customXml/item35.xml"/><Relationship Id="rId43" Type="http://schemas.openxmlformats.org/officeDocument/2006/relationships/customXml" Target="../customXml/item43.xml"/><Relationship Id="rId48" Type="http://schemas.openxmlformats.org/officeDocument/2006/relationships/customXml" Target="../customXml/item48.xml"/><Relationship Id="rId56" Type="http://schemas.openxmlformats.org/officeDocument/2006/relationships/slideMaster" Target="slideMasters/slideMaster1.xml"/><Relationship Id="rId64" Type="http://schemas.openxmlformats.org/officeDocument/2006/relationships/slide" Target="slides/slide8.xml"/><Relationship Id="rId69" Type="http://schemas.openxmlformats.org/officeDocument/2006/relationships/slide" Target="slides/slide13.xml"/><Relationship Id="rId77" Type="http://schemas.openxmlformats.org/officeDocument/2006/relationships/presProps" Target="presProps.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slide" Target="slides/slide16.xml"/><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customXml" Target="../customXml/item17.xml"/><Relationship Id="rId25" Type="http://schemas.openxmlformats.org/officeDocument/2006/relationships/customXml" Target="../customXml/item25.xml"/><Relationship Id="rId33" Type="http://schemas.openxmlformats.org/officeDocument/2006/relationships/customXml" Target="../customXml/item33.xml"/><Relationship Id="rId38" Type="http://schemas.openxmlformats.org/officeDocument/2006/relationships/customXml" Target="../customXml/item38.xml"/><Relationship Id="rId46" Type="http://schemas.openxmlformats.org/officeDocument/2006/relationships/customXml" Target="../customXml/item46.xml"/><Relationship Id="rId59" Type="http://schemas.openxmlformats.org/officeDocument/2006/relationships/slide" Target="slides/slide3.xml"/><Relationship Id="rId67" Type="http://schemas.openxmlformats.org/officeDocument/2006/relationships/slide" Target="slides/slide11.xml"/><Relationship Id="rId20" Type="http://schemas.openxmlformats.org/officeDocument/2006/relationships/customXml" Target="../customXml/item20.xml"/><Relationship Id="rId41" Type="http://schemas.openxmlformats.org/officeDocument/2006/relationships/customXml" Target="../customXml/item41.xml"/><Relationship Id="rId54" Type="http://schemas.openxmlformats.org/officeDocument/2006/relationships/customXml" Target="../customXml/item54.xml"/><Relationship Id="rId62" Type="http://schemas.openxmlformats.org/officeDocument/2006/relationships/slide" Target="slides/slide6.xml"/><Relationship Id="rId70" Type="http://schemas.openxmlformats.org/officeDocument/2006/relationships/slide" Target="slides/slide14.xml"/><Relationship Id="rId75"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customXml" Target="../customXml/item23.xml"/><Relationship Id="rId28" Type="http://schemas.openxmlformats.org/officeDocument/2006/relationships/customXml" Target="../customXml/item28.xml"/><Relationship Id="rId36" Type="http://schemas.openxmlformats.org/officeDocument/2006/relationships/customXml" Target="../customXml/item36.xml"/><Relationship Id="rId49" Type="http://schemas.openxmlformats.org/officeDocument/2006/relationships/customXml" Target="../customXml/item49.xml"/><Relationship Id="rId57" Type="http://schemas.openxmlformats.org/officeDocument/2006/relationships/slide" Target="slides/slide1.xml"/><Relationship Id="rId10" Type="http://schemas.openxmlformats.org/officeDocument/2006/relationships/customXml" Target="../customXml/item10.xml"/><Relationship Id="rId31" Type="http://schemas.openxmlformats.org/officeDocument/2006/relationships/customXml" Target="../customXml/item31.xml"/><Relationship Id="rId44" Type="http://schemas.openxmlformats.org/officeDocument/2006/relationships/customXml" Target="../customXml/item44.xml"/><Relationship Id="rId52" Type="http://schemas.openxmlformats.org/officeDocument/2006/relationships/customXml" Target="../customXml/item52.xml"/><Relationship Id="rId60" Type="http://schemas.openxmlformats.org/officeDocument/2006/relationships/slide" Target="slides/slide4.xml"/><Relationship Id="rId65" Type="http://schemas.openxmlformats.org/officeDocument/2006/relationships/slide" Target="slides/slide9.xml"/><Relationship Id="rId73" Type="http://schemas.openxmlformats.org/officeDocument/2006/relationships/slide" Target="slides/slide17.xml"/><Relationship Id="rId78" Type="http://schemas.openxmlformats.org/officeDocument/2006/relationships/viewProps" Target="viewProps.xml"/><Relationship Id="rId81" Type="http://schemas.microsoft.com/office/2015/10/relationships/revisionInfo" Target="revisionInfo.xml"/><Relationship Id="rId4" Type="http://schemas.openxmlformats.org/officeDocument/2006/relationships/customXml" Target="../customXml/item4.xml"/><Relationship Id="rId9" Type="http://schemas.openxmlformats.org/officeDocument/2006/relationships/customXml" Target="../customXml/item9.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handoutMaster" Target="handoutMasters/handoutMaster1.xml"/><Relationship Id="rId7" Type="http://schemas.openxmlformats.org/officeDocument/2006/relationships/customXml" Target="../customXml/item7.xml"/><Relationship Id="rId71" Type="http://schemas.openxmlformats.org/officeDocument/2006/relationships/slide" Target="slides/slide15.xml"/><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F45CE27-0FC1-4345-A9D1-813E9F3C96B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04FAFF02-ADA2-494F-92F2-18E0CD47E82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F4C96F-5C6D-48ED-8D42-B768302B23AD}" type="datetimeFigureOut">
              <a:rPr lang="de-CH" smtClean="0"/>
              <a:t>12.04.26</a:t>
            </a:fld>
            <a:endParaRPr lang="de-CH"/>
          </a:p>
        </p:txBody>
      </p:sp>
      <p:sp>
        <p:nvSpPr>
          <p:cNvPr id="4" name="Footer Placeholder 3">
            <a:extLst>
              <a:ext uri="{FF2B5EF4-FFF2-40B4-BE49-F238E27FC236}">
                <a16:creationId xmlns:a16="http://schemas.microsoft.com/office/drawing/2014/main" id="{84D7311C-885A-4219-9687-E8E9C81D34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88755352-F100-4DC1-827B-1EFA0F247A0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6BEFE-BF9F-47C0-9B2B-37E6860B00C1}" type="slidenum">
              <a:rPr lang="de-CH" smtClean="0"/>
              <a:t>‹#›</a:t>
            </a:fld>
            <a:endParaRPr lang="de-CH"/>
          </a:p>
        </p:txBody>
      </p:sp>
    </p:spTree>
    <p:extLst>
      <p:ext uri="{BB962C8B-B14F-4D97-AF65-F5344CB8AC3E}">
        <p14:creationId xmlns:p14="http://schemas.microsoft.com/office/powerpoint/2010/main" val="12454366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6D3A44-FA09-4C0A-99A6-1BA009890161}" type="datetimeFigureOut">
              <a:rPr lang="de-CH" smtClean="0"/>
              <a:t>12.04.26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EFE3F1-1C0D-4780-BCDC-4F7033F6C9E1}" type="slidenum">
              <a:rPr lang="de-CH" smtClean="0"/>
              <a:t>‹#›</a:t>
            </a:fld>
            <a:endParaRPr lang="de-CH"/>
          </a:p>
        </p:txBody>
      </p:sp>
    </p:spTree>
    <p:extLst>
      <p:ext uri="{BB962C8B-B14F-4D97-AF65-F5344CB8AC3E}">
        <p14:creationId xmlns:p14="http://schemas.microsoft.com/office/powerpoint/2010/main" val="887218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Open confidently. We built </a:t>
            </a:r>
            <a:r>
              <a:rPr dirty="0" err="1"/>
              <a:t>CryptoFlow</a:t>
            </a:r>
            <a:r>
              <a:rPr dirty="0"/>
              <a:t> to exercise the full set of EDPO lecture concepts end to end: two communication channels, five microservices, two saga patterns. This slide is just the name card </a:t>
            </a:r>
            <a:r>
              <a:rPr lang="en-US" dirty="0"/>
              <a:t>-</a:t>
            </a:r>
            <a:r>
              <a:rPr dirty="0"/>
              <a:t> keep it to ten seconds.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Keep this brief. The point is that we chose a domain rich enough to require multiple bounded contexts, long-running processes, and eventual consistency </a:t>
            </a:r>
            <a:r>
              <a:rPr lang="en-US" dirty="0"/>
              <a:t>-</a:t>
            </a:r>
            <a:r>
              <a:rPr dirty="0"/>
              <a:t> all things we wanted to demonstrate.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that the bounded contexts drove the service decomposition. Each context is owned by exactly one service. Cross-context communication is always asynchronous.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30-second mental model. Two channels, five services, no shared databases. Everything else in the presentation builds on this.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won't deep-dive into event-driven architecture here </a:t>
            </a:r>
            <a:r>
              <a:rPr lang="en-US" dirty="0"/>
              <a:t>-</a:t>
            </a:r>
            <a:r>
              <a:rPr dirty="0"/>
              <a:t> that's the focus of the next presentation. The key takeaway: services communicate through published facts, not remote commands. ECST lets each service maintain its own local view without querying others.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Show the producer/consumer log snippets briefly. The main insight: durability is not a Kafka default </a:t>
            </a:r>
            <a:r>
              <a:rPr lang="en-US" dirty="0"/>
              <a:t>-</a:t>
            </a:r>
            <a:r>
              <a:rPr dirty="0"/>
              <a:t> it requires explicit configuration. Our single-broker dev setup means acks=all is equivalent to acks=1 locally; we accept this as a conscious dev-environment trade-off.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not a generic 'Camunda 8 is better' argument. These are project-specific reasons. The partitioned log matters because </a:t>
            </a:r>
            <a:r>
              <a:rPr dirty="0" err="1"/>
              <a:t>placeOrder</a:t>
            </a:r>
            <a:r>
              <a:rPr dirty="0"/>
              <a:t> has a non-deterministic wait </a:t>
            </a:r>
            <a:r>
              <a:rPr lang="en-US" dirty="0"/>
              <a:t>-</a:t>
            </a:r>
            <a:r>
              <a:rPr dirty="0"/>
              <a:t> many orders can be open simultaneously. The connector templates matter because our flows include email notifications.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was one of the most instructive decisions. The wait semantics dictated the coupling model, which dictated the saga style. A deterministic wait with cross-context scope → Parallel. A non-deterministic wait within one context → Fairy Tale.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Point to the BPMN diagram as you walk through. Emphasize: three services participate but only one (onboarding-service) owns the BPMN. The workers are stateless </a:t>
            </a:r>
            <a:r>
              <a:rPr lang="en-US" dirty="0"/>
              <a:t>-</a:t>
            </a:r>
            <a:r>
              <a:rPr dirty="0"/>
              <a:t> they execute local transactions and report back.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where theory meets implementation. The flag-driven pattern is subtle but essential </a:t>
            </a:r>
            <a:r>
              <a:rPr lang="en-US" dirty="0"/>
              <a:t>-</a:t>
            </a:r>
            <a:r>
              <a:rPr dirty="0"/>
              <a:t> without it, the BPMN gateway branches become unreachable. The compensation events use ECST so no synchronous callback is needed.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was an ADR-driven decision mid-project. The original design violated bounded context boundaries. The dedicated service is the most important structural consequence of applying the saga pattern correctly.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distinction from onboarding: the approval is terminal in the trading context. Portfolio propagation is a downstream consequence, not a saga step. This is exactly the Fairy Tale Saga trade-off: synchronous within the context, eventual across contexts.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These three patterns form a chain: the outbox guarantees the event is published, the idempotent consumer guarantees it's applied exactly once, and human escalation handles the cases that automated retries cannot fix. The idempotency bug was discovered accidentally during integration </a:t>
            </a:r>
            <a:r>
              <a:rPr lang="en-US" dirty="0"/>
              <a:t>-</a:t>
            </a:r>
            <a:r>
              <a:rPr dirty="0"/>
              <a:t> a real validation of the pattern's necessity.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focused use of CQRS: the write model stays in user-service, the trading context keeps only the projection it needs. Log compaction ensures the read-model survives cold starts.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honest about the challenges. The key message: the patterns work, but applying them requires many more decisions than the theory suggests. ADRs were essential for keeping those decisions traceable.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Keep the demo tight </a:t>
            </a:r>
            <a:r>
              <a:rPr lang="en-US" dirty="0"/>
              <a:t>-</a:t>
            </a:r>
            <a:r>
              <a:rPr dirty="0"/>
              <a:t> 2-3 minutes max. Have the Docker Compose stack running before the presentation starts. If something breaks live, switch to Operate to show the instance state </a:t>
            </a:r>
            <a:r>
              <a:rPr lang="en-US" dirty="0"/>
              <a:t>-</a:t>
            </a:r>
            <a:r>
              <a:rPr dirty="0"/>
              <a:t> that's still a valid demo of observability.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wrap-up. Reiterate the most distinctive architectural choices. Then open for Q&amp;A.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floor. If the audience is quiet, prime the pump with the first backup topic yourself.</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Slide 1">
    <p:bg>
      <p:bgPr>
        <a:solidFill>
          <a:schemeClr val="bg1"/>
        </a:solidFill>
        <a:effectLst/>
      </p:bgPr>
    </p:bg>
    <p:spTree>
      <p:nvGrpSpPr>
        <p:cNvPr id="1" name=""/>
        <p:cNvGrpSpPr/>
        <p:nvPr/>
      </p:nvGrpSpPr>
      <p:grpSpPr>
        <a:xfrm>
          <a:off x="0" y="0"/>
          <a:ext cx="0" cy="0"/>
          <a:chOff x="0" y="0"/>
          <a:chExt cx="0" cy="0"/>
        </a:xfrm>
      </p:grpSpPr>
      <p:pic>
        <p:nvPicPr>
          <p:cNvPr id="13" name="Picture 12" descr="A picture containing skating, building, ramp, board&#10;&#10;Description automatically generated">
            <a:extLst>
              <a:ext uri="{FF2B5EF4-FFF2-40B4-BE49-F238E27FC236}">
                <a16:creationId xmlns:a16="http://schemas.microsoft.com/office/drawing/2014/main" id="{9F7E1813-5682-4AAE-8DC8-5A613DE12B9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2479" r="7910" b="19850"/>
          <a:stretch/>
        </p:blipFill>
        <p:spPr>
          <a:xfrm>
            <a:off x="0" y="0"/>
            <a:ext cx="9136420" cy="5143500"/>
          </a:xfrm>
          <a:prstGeom prst="rect">
            <a:avLst/>
          </a:prstGeom>
        </p:spPr>
      </p:pic>
      <p:sp>
        <p:nvSpPr>
          <p:cNvPr id="11" name="Freeform: Shape 10">
            <a:extLst>
              <a:ext uri="{FF2B5EF4-FFF2-40B4-BE49-F238E27FC236}">
                <a16:creationId xmlns:a16="http://schemas.microsoft.com/office/drawing/2014/main" id="{43D7A234-EBF8-4A9A-ACFF-4329BD747ADC}"/>
              </a:ext>
            </a:extLst>
          </p:cNvPr>
          <p:cNvSpPr>
            <a:spLocks noChangeAspect="1"/>
          </p:cNvSpPr>
          <p:nvPr userDrawn="1"/>
        </p:nvSpPr>
        <p:spPr>
          <a:xfrm>
            <a:off x="4575791" y="3166310"/>
            <a:ext cx="456821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69B6FC2A-29C4-4742-B32D-604659C0CB22}"/>
              </a:ext>
            </a:extLst>
          </p:cNvPr>
          <p:cNvSpPr txBox="1"/>
          <p:nvPr userDrawn="1"/>
        </p:nvSpPr>
        <p:spPr>
          <a:xfrm>
            <a:off x="6789318" y="4613375"/>
            <a:ext cx="1995907" cy="153888"/>
          </a:xfrm>
          <a:prstGeom prst="rect">
            <a:avLst/>
          </a:prstGeom>
          <a:noFill/>
        </p:spPr>
        <p:txBody>
          <a:bodyPr wrap="square" lIns="0" tIns="0" rIns="0" bIns="0" rtlCol="0">
            <a:spAutoFit/>
          </a:bodyPr>
          <a:lstStyle/>
          <a:p>
            <a:pPr algn="r"/>
            <a:r>
              <a:rPr lang="en-GB" sz="1000" dirty="0">
                <a:solidFill>
                  <a:schemeClr val="bg2"/>
                </a:solidFill>
              </a:rPr>
              <a:t>From </a:t>
            </a:r>
            <a:r>
              <a:rPr lang="en-GB" sz="1000" dirty="0" err="1">
                <a:solidFill>
                  <a:schemeClr val="bg2"/>
                </a:solidFill>
              </a:rPr>
              <a:t>insight</a:t>
            </a:r>
            <a:r>
              <a:rPr lang="en-GB" sz="1000" dirty="0">
                <a:solidFill>
                  <a:schemeClr val="bg2"/>
                </a:solidFill>
              </a:rPr>
              <a:t> </a:t>
            </a:r>
            <a:r>
              <a:rPr lang="en-GB" sz="1000" dirty="0" err="1">
                <a:solidFill>
                  <a:schemeClr val="bg2"/>
                </a:solidFill>
              </a:rPr>
              <a:t>to</a:t>
            </a:r>
            <a:r>
              <a:rPr lang="en-GB" sz="1000" dirty="0">
                <a:solidFill>
                  <a:schemeClr val="bg2"/>
                </a:solidFill>
              </a:rPr>
              <a:t> </a:t>
            </a:r>
            <a:r>
              <a:rPr lang="en-GB" sz="1000" dirty="0" err="1">
                <a:solidFill>
                  <a:schemeClr val="bg2"/>
                </a:solidFill>
              </a:rPr>
              <a:t>impact</a:t>
            </a:r>
            <a:r>
              <a:rPr lang="en-GB" sz="1000" dirty="0">
                <a:solidFill>
                  <a:schemeClr val="bg2"/>
                </a:solidFill>
              </a:rPr>
              <a:t>.</a:t>
            </a:r>
          </a:p>
        </p:txBody>
      </p:sp>
      <p:pic>
        <p:nvPicPr>
          <p:cNvPr id="2133101296" name="Rectangle 2" descr="{&quot;templafy&quot;:{&quot;id&quot;:&quot;18680601-61d8-4c65-b887-d43faff0f7e7&quot;}}"/>
          <p:cNvPicPr>
            <a:picLocks noChangeAspect="1"/>
          </p:cNvPicPr>
          <p:nvPr/>
        </p:nvPicPr>
        <p:blipFill>
          <a:blip r:embed="rId3"/>
          <a:stretch>
            <a:fillRect/>
          </a:stretch>
        </p:blipFill>
        <p:spPr>
          <a:xfrm>
            <a:off x="361173" y="313025"/>
            <a:ext cx="2221200" cy="460800"/>
          </a:xfrm>
          <a:prstGeom prst="rect">
            <a:avLst/>
          </a:prstGeom>
        </p:spPr>
      </p:pic>
      <p:sp>
        <p:nvSpPr>
          <p:cNvPr id="5" name="Title 4">
            <a:extLst>
              <a:ext uri="{FF2B5EF4-FFF2-40B4-BE49-F238E27FC236}">
                <a16:creationId xmlns:a16="http://schemas.microsoft.com/office/drawing/2014/main" id="{A891F29F-BED8-4555-9938-829D3AC33287}"/>
              </a:ext>
            </a:extLst>
          </p:cNvPr>
          <p:cNvSpPr>
            <a:spLocks noGrp="1"/>
          </p:cNvSpPr>
          <p:nvPr>
            <p:ph type="title"/>
          </p:nvPr>
        </p:nvSpPr>
        <p:spPr>
          <a:xfrm>
            <a:off x="827015" y="1098178"/>
            <a:ext cx="7958210" cy="1792800"/>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7" name="Text Placeholder 6">
            <a:extLst>
              <a:ext uri="{FF2B5EF4-FFF2-40B4-BE49-F238E27FC236}">
                <a16:creationId xmlns:a16="http://schemas.microsoft.com/office/drawing/2014/main" id="{D3654089-CB0E-4321-8557-8E0B4ACD847A}"/>
              </a:ext>
            </a:extLst>
          </p:cNvPr>
          <p:cNvSpPr>
            <a:spLocks noGrp="1"/>
          </p:cNvSpPr>
          <p:nvPr>
            <p:ph type="body" sz="quarter" idx="10"/>
          </p:nvPr>
        </p:nvSpPr>
        <p:spPr>
          <a:xfrm>
            <a:off x="831027" y="3123868"/>
            <a:ext cx="3650486" cy="1356057"/>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Tree>
    <p:extLst>
      <p:ext uri="{BB962C8B-B14F-4D97-AF65-F5344CB8AC3E}">
        <p14:creationId xmlns:p14="http://schemas.microsoft.com/office/powerpoint/2010/main" val="1505765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Slide 2">
    <p:bg>
      <p:bgPr>
        <a:solidFill>
          <a:schemeClr val="bg1"/>
        </a:solidFill>
        <a:effectLst/>
      </p:bgPr>
    </p:bg>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9B6FC2A-29C4-4742-B32D-604659C0CB22}"/>
              </a:ext>
            </a:extLst>
          </p:cNvPr>
          <p:cNvSpPr txBox="1"/>
          <p:nvPr userDrawn="1"/>
        </p:nvSpPr>
        <p:spPr>
          <a:xfrm>
            <a:off x="828000" y="4613375"/>
            <a:ext cx="1997563" cy="153888"/>
          </a:xfrm>
          <a:prstGeom prst="rect">
            <a:avLst/>
          </a:prstGeom>
          <a:noFill/>
        </p:spPr>
        <p:txBody>
          <a:bodyPr wrap="square" lIns="0" tIns="0" rIns="0" bIns="0" rtlCol="0">
            <a:spAutoFit/>
          </a:bodyPr>
          <a:lstStyle/>
          <a:p>
            <a:pPr algn="l"/>
            <a:r>
              <a:rPr lang="en-GB" sz="1000" dirty="0">
                <a:solidFill>
                  <a:schemeClr val="tx1"/>
                </a:solidFill>
              </a:rPr>
              <a:t>From </a:t>
            </a:r>
            <a:r>
              <a:rPr lang="en-GB" sz="1000" dirty="0" err="1">
                <a:solidFill>
                  <a:schemeClr val="tx1"/>
                </a:solidFill>
              </a:rPr>
              <a:t>insight</a:t>
            </a:r>
            <a:r>
              <a:rPr lang="en-GB" sz="1000" dirty="0">
                <a:solidFill>
                  <a:schemeClr val="tx1"/>
                </a:solidFill>
              </a:rPr>
              <a:t> </a:t>
            </a:r>
            <a:r>
              <a:rPr lang="en-GB" sz="1000" dirty="0" err="1">
                <a:solidFill>
                  <a:schemeClr val="tx1"/>
                </a:solidFill>
              </a:rPr>
              <a:t>to</a:t>
            </a:r>
            <a:r>
              <a:rPr lang="en-GB" sz="1000" dirty="0">
                <a:solidFill>
                  <a:schemeClr val="tx1"/>
                </a:solidFill>
              </a:rPr>
              <a:t> </a:t>
            </a:r>
            <a:r>
              <a:rPr lang="en-GB" sz="1000" dirty="0" err="1">
                <a:solidFill>
                  <a:schemeClr val="tx1"/>
                </a:solidFill>
              </a:rPr>
              <a:t>impact</a:t>
            </a:r>
            <a:r>
              <a:rPr lang="en-GB" sz="1000" dirty="0">
                <a:solidFill>
                  <a:schemeClr val="tx1"/>
                </a:solidFill>
              </a:rPr>
              <a:t>.</a:t>
            </a:r>
          </a:p>
        </p:txBody>
      </p:sp>
      <p:sp>
        <p:nvSpPr>
          <p:cNvPr id="6" name="Picture Placeholder 5">
            <a:extLst>
              <a:ext uri="{FF2B5EF4-FFF2-40B4-BE49-F238E27FC236}">
                <a16:creationId xmlns:a16="http://schemas.microsoft.com/office/drawing/2014/main" id="{1CACC6D5-D1D4-442A-84CB-4AA5E5B9ECDE}"/>
              </a:ext>
            </a:extLst>
          </p:cNvPr>
          <p:cNvSpPr>
            <a:spLocks noGrp="1"/>
          </p:cNvSpPr>
          <p:nvPr>
            <p:ph type="pic" sz="quarter" idx="10"/>
          </p:nvPr>
        </p:nvSpPr>
        <p:spPr>
          <a:xfrm>
            <a:off x="5965200" y="0"/>
            <a:ext cx="3178800" cy="5143500"/>
          </a:xfrm>
        </p:spPr>
        <p:txBody>
          <a:bodyPr/>
          <a:lstStyle/>
          <a:p>
            <a:r>
              <a:rPr lang="en-GB"/>
              <a:t>Click icon to add picture</a:t>
            </a:r>
          </a:p>
        </p:txBody>
      </p:sp>
      <p:pic>
        <p:nvPicPr>
          <p:cNvPr id="668621019" name="Rectangle 8" descr="{&quot;templafy&quot;:{&quot;id&quot;:&quot;595e50e6-f562-4e70-8412-9b3e58d54d40&quot;}}"/>
          <p:cNvPicPr>
            <a:picLocks noChangeAspect="1"/>
          </p:cNvPicPr>
          <p:nvPr/>
        </p:nvPicPr>
        <p:blipFill>
          <a:blip r:embed="rId2"/>
          <a:stretch>
            <a:fillRect/>
          </a:stretch>
        </p:blipFill>
        <p:spPr>
          <a:xfrm>
            <a:off x="358775" y="313025"/>
            <a:ext cx="2221200" cy="460800"/>
          </a:xfrm>
          <a:prstGeom prst="rect">
            <a:avLst/>
          </a:prstGeom>
        </p:spPr>
      </p:pic>
      <p:sp>
        <p:nvSpPr>
          <p:cNvPr id="10" name="Title 4">
            <a:extLst>
              <a:ext uri="{FF2B5EF4-FFF2-40B4-BE49-F238E27FC236}">
                <a16:creationId xmlns:a16="http://schemas.microsoft.com/office/drawing/2014/main" id="{80E529E2-449E-41BE-B0F7-70294EC17C81}"/>
              </a:ext>
            </a:extLst>
          </p:cNvPr>
          <p:cNvSpPr>
            <a:spLocks noGrp="1"/>
          </p:cNvSpPr>
          <p:nvPr>
            <p:ph type="title"/>
          </p:nvPr>
        </p:nvSpPr>
        <p:spPr>
          <a:xfrm>
            <a:off x="827013" y="1276350"/>
            <a:ext cx="4764489" cy="1942874"/>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11" name="Text Placeholder 6">
            <a:extLst>
              <a:ext uri="{FF2B5EF4-FFF2-40B4-BE49-F238E27FC236}">
                <a16:creationId xmlns:a16="http://schemas.microsoft.com/office/drawing/2014/main" id="{3CEDF5E3-A68C-469F-902C-69F694A0D4F6}"/>
              </a:ext>
            </a:extLst>
          </p:cNvPr>
          <p:cNvSpPr>
            <a:spLocks noGrp="1"/>
          </p:cNvSpPr>
          <p:nvPr>
            <p:ph type="body" sz="quarter" idx="11"/>
          </p:nvPr>
        </p:nvSpPr>
        <p:spPr>
          <a:xfrm>
            <a:off x="831027" y="3452115"/>
            <a:ext cx="3034391"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endParaRPr lang="en-GB" dirty="0"/>
          </a:p>
        </p:txBody>
      </p:sp>
    </p:spTree>
    <p:extLst>
      <p:ext uri="{BB962C8B-B14F-4D97-AF65-F5344CB8AC3E}">
        <p14:creationId xmlns:p14="http://schemas.microsoft.com/office/powerpoint/2010/main" val="1279096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Slide 3">
    <p:bg>
      <p:bgPr>
        <a:solidFill>
          <a:schemeClr val="bg1"/>
        </a:solidFill>
        <a:effectLst/>
      </p:bgPr>
    </p:bg>
    <p:spTree>
      <p:nvGrpSpPr>
        <p:cNvPr id="1" name=""/>
        <p:cNvGrpSpPr/>
        <p:nvPr/>
      </p:nvGrpSpPr>
      <p:grpSpPr>
        <a:xfrm>
          <a:off x="0" y="0"/>
          <a:ext cx="0" cy="0"/>
          <a:chOff x="0" y="0"/>
          <a:chExt cx="0" cy="0"/>
        </a:xfrm>
      </p:grpSpPr>
      <p:sp>
        <p:nvSpPr>
          <p:cNvPr id="15" name="Rectangle 9">
            <a:extLst>
              <a:ext uri="{FF2B5EF4-FFF2-40B4-BE49-F238E27FC236}">
                <a16:creationId xmlns:a16="http://schemas.microsoft.com/office/drawing/2014/main" id="{2B100237-7431-49D0-8F7C-9E1F2717B96C}"/>
              </a:ext>
            </a:extLst>
          </p:cNvPr>
          <p:cNvSpPr/>
          <p:nvPr userDrawn="1"/>
        </p:nvSpPr>
        <p:spPr>
          <a:xfrm>
            <a:off x="5761585" y="1624745"/>
            <a:ext cx="2419577" cy="2689737"/>
          </a:xfrm>
          <a:custGeom>
            <a:avLst/>
            <a:gdLst>
              <a:gd name="connsiteX0" fmla="*/ 0 w 1861343"/>
              <a:gd name="connsiteY0" fmla="*/ 0 h 2329962"/>
              <a:gd name="connsiteX1" fmla="*/ 1861343 w 1861343"/>
              <a:gd name="connsiteY1" fmla="*/ 0 h 2329962"/>
              <a:gd name="connsiteX2" fmla="*/ 1861343 w 1861343"/>
              <a:gd name="connsiteY2" fmla="*/ 2329962 h 2329962"/>
              <a:gd name="connsiteX3" fmla="*/ 0 w 1861343"/>
              <a:gd name="connsiteY3" fmla="*/ 2329962 h 2329962"/>
              <a:gd name="connsiteX4" fmla="*/ 0 w 1861343"/>
              <a:gd name="connsiteY4" fmla="*/ 0 h 2329962"/>
              <a:gd name="connsiteX0" fmla="*/ 0 w 3408789"/>
              <a:gd name="connsiteY0" fmla="*/ 852854 h 2329962"/>
              <a:gd name="connsiteX1" fmla="*/ 3408789 w 3408789"/>
              <a:gd name="connsiteY1" fmla="*/ 0 h 2329962"/>
              <a:gd name="connsiteX2" fmla="*/ 3408789 w 3408789"/>
              <a:gd name="connsiteY2" fmla="*/ 2329962 h 2329962"/>
              <a:gd name="connsiteX3" fmla="*/ 1547446 w 3408789"/>
              <a:gd name="connsiteY3" fmla="*/ 2329962 h 2329962"/>
              <a:gd name="connsiteX4" fmla="*/ 0 w 3408789"/>
              <a:gd name="connsiteY4" fmla="*/ 852854 h 2329962"/>
              <a:gd name="connsiteX0" fmla="*/ 0 w 3408789"/>
              <a:gd name="connsiteY0" fmla="*/ 852854 h 3516924"/>
              <a:gd name="connsiteX1" fmla="*/ 3408789 w 3408789"/>
              <a:gd name="connsiteY1" fmla="*/ 0 h 3516924"/>
              <a:gd name="connsiteX2" fmla="*/ 3408789 w 3408789"/>
              <a:gd name="connsiteY2" fmla="*/ 2329962 h 3516924"/>
              <a:gd name="connsiteX3" fmla="*/ 483577 w 3408789"/>
              <a:gd name="connsiteY3" fmla="*/ 3516924 h 3516924"/>
              <a:gd name="connsiteX4" fmla="*/ 0 w 3408789"/>
              <a:gd name="connsiteY4" fmla="*/ 852854 h 3516924"/>
              <a:gd name="connsiteX0" fmla="*/ 0 w 3417582"/>
              <a:gd name="connsiteY0" fmla="*/ 852854 h 3789485"/>
              <a:gd name="connsiteX1" fmla="*/ 3408789 w 3417582"/>
              <a:gd name="connsiteY1" fmla="*/ 0 h 3789485"/>
              <a:gd name="connsiteX2" fmla="*/ 3417582 w 3417582"/>
              <a:gd name="connsiteY2" fmla="*/ 3789485 h 3789485"/>
              <a:gd name="connsiteX3" fmla="*/ 483577 w 3417582"/>
              <a:gd name="connsiteY3" fmla="*/ 3516924 h 3789485"/>
              <a:gd name="connsiteX4" fmla="*/ 0 w 3417582"/>
              <a:gd name="connsiteY4" fmla="*/ 852854 h 3789485"/>
              <a:gd name="connsiteX0" fmla="*/ 0 w 3417582"/>
              <a:gd name="connsiteY0" fmla="*/ 852854 h 3789485"/>
              <a:gd name="connsiteX1" fmla="*/ 3408789 w 3417582"/>
              <a:gd name="connsiteY1" fmla="*/ 0 h 3789485"/>
              <a:gd name="connsiteX2" fmla="*/ 3417582 w 3417582"/>
              <a:gd name="connsiteY2" fmla="*/ 3789485 h 3789485"/>
              <a:gd name="connsiteX3" fmla="*/ 501162 w 3417582"/>
              <a:gd name="connsiteY3" fmla="*/ 3570549 h 3789485"/>
              <a:gd name="connsiteX4" fmla="*/ 0 w 3417582"/>
              <a:gd name="connsiteY4" fmla="*/ 852854 h 3789485"/>
              <a:gd name="connsiteX0" fmla="*/ 0 w 3408789"/>
              <a:gd name="connsiteY0" fmla="*/ 852854 h 3852049"/>
              <a:gd name="connsiteX1" fmla="*/ 3408789 w 3408789"/>
              <a:gd name="connsiteY1" fmla="*/ 0 h 3852049"/>
              <a:gd name="connsiteX2" fmla="*/ 3399997 w 3408789"/>
              <a:gd name="connsiteY2" fmla="*/ 3852049 h 3852049"/>
              <a:gd name="connsiteX3" fmla="*/ 501162 w 3408789"/>
              <a:gd name="connsiteY3" fmla="*/ 3570549 h 3852049"/>
              <a:gd name="connsiteX4" fmla="*/ 0 w 3408789"/>
              <a:gd name="connsiteY4" fmla="*/ 852854 h 38520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8789" h="3852049">
                <a:moveTo>
                  <a:pt x="0" y="852854"/>
                </a:moveTo>
                <a:lnTo>
                  <a:pt x="3408789" y="0"/>
                </a:lnTo>
                <a:cubicBezTo>
                  <a:pt x="3405858" y="1284016"/>
                  <a:pt x="3402928" y="2568033"/>
                  <a:pt x="3399997" y="3852049"/>
                </a:cubicBezTo>
                <a:lnTo>
                  <a:pt x="501162" y="3570549"/>
                </a:lnTo>
                <a:lnTo>
                  <a:pt x="0" y="852854"/>
                </a:lnTo>
                <a:close/>
              </a:path>
            </a:pathLst>
          </a:custGeom>
          <a:noFill/>
          <a:ln w="508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DF9714C5-06E3-4370-A728-9DC7B080DE43}"/>
              </a:ext>
            </a:extLst>
          </p:cNvPr>
          <p:cNvSpPr txBox="1"/>
          <p:nvPr userDrawn="1"/>
        </p:nvSpPr>
        <p:spPr>
          <a:xfrm>
            <a:off x="6787662" y="4613375"/>
            <a:ext cx="1997563" cy="153888"/>
          </a:xfrm>
          <a:prstGeom prst="rect">
            <a:avLst/>
          </a:prstGeom>
          <a:noFill/>
        </p:spPr>
        <p:txBody>
          <a:bodyPr wrap="square" lIns="0" tIns="0" rIns="0" bIns="0" rtlCol="0">
            <a:spAutoFit/>
          </a:bodyPr>
          <a:lstStyle/>
          <a:p>
            <a:pPr algn="r"/>
            <a:r>
              <a:rPr lang="en-GB" sz="1000" dirty="0">
                <a:solidFill>
                  <a:schemeClr val="tx1"/>
                </a:solidFill>
              </a:rPr>
              <a:t>From </a:t>
            </a:r>
            <a:r>
              <a:rPr lang="en-GB" sz="1000" dirty="0" err="1">
                <a:solidFill>
                  <a:schemeClr val="tx1"/>
                </a:solidFill>
              </a:rPr>
              <a:t>insight</a:t>
            </a:r>
            <a:r>
              <a:rPr lang="en-GB" sz="1000" dirty="0">
                <a:solidFill>
                  <a:schemeClr val="tx1"/>
                </a:solidFill>
              </a:rPr>
              <a:t> </a:t>
            </a:r>
            <a:r>
              <a:rPr lang="en-GB" sz="1000" dirty="0" err="1">
                <a:solidFill>
                  <a:schemeClr val="tx1"/>
                </a:solidFill>
              </a:rPr>
              <a:t>to</a:t>
            </a:r>
            <a:r>
              <a:rPr lang="en-GB" sz="1000" dirty="0">
                <a:solidFill>
                  <a:schemeClr val="tx1"/>
                </a:solidFill>
              </a:rPr>
              <a:t> </a:t>
            </a:r>
            <a:r>
              <a:rPr lang="en-GB" sz="1000" dirty="0" err="1">
                <a:solidFill>
                  <a:schemeClr val="tx1"/>
                </a:solidFill>
              </a:rPr>
              <a:t>impact</a:t>
            </a:r>
            <a:r>
              <a:rPr lang="en-GB" sz="1000" dirty="0">
                <a:solidFill>
                  <a:schemeClr val="tx1"/>
                </a:solidFill>
              </a:rPr>
              <a:t>.</a:t>
            </a:r>
          </a:p>
        </p:txBody>
      </p:sp>
      <p:pic>
        <p:nvPicPr>
          <p:cNvPr id="1668710913" name="Rectangle 7" descr="{&quot;templafy&quot;:{&quot;id&quot;:&quot;4e7e3c8a-6e06-4468-a348-0ba7b10c4800&quot;}}"/>
          <p:cNvPicPr>
            <a:picLocks noChangeAspect="1"/>
          </p:cNvPicPr>
          <p:nvPr/>
        </p:nvPicPr>
        <p:blipFill>
          <a:blip r:embed="rId2"/>
          <a:stretch>
            <a:fillRect/>
          </a:stretch>
        </p:blipFill>
        <p:spPr>
          <a:xfrm>
            <a:off x="358775" y="313025"/>
            <a:ext cx="2221200" cy="460800"/>
          </a:xfrm>
          <a:prstGeom prst="rect">
            <a:avLst/>
          </a:prstGeom>
        </p:spPr>
      </p:pic>
      <p:sp>
        <p:nvSpPr>
          <p:cNvPr id="13" name="Title 4">
            <a:extLst>
              <a:ext uri="{FF2B5EF4-FFF2-40B4-BE49-F238E27FC236}">
                <a16:creationId xmlns:a16="http://schemas.microsoft.com/office/drawing/2014/main" id="{77013848-41F0-44AD-9301-BEF9A1A4878E}"/>
              </a:ext>
            </a:extLst>
          </p:cNvPr>
          <p:cNvSpPr>
            <a:spLocks noGrp="1"/>
          </p:cNvSpPr>
          <p:nvPr>
            <p:ph type="title"/>
          </p:nvPr>
        </p:nvSpPr>
        <p:spPr>
          <a:xfrm>
            <a:off x="827013" y="1276350"/>
            <a:ext cx="4503600" cy="1942874"/>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14" name="Text Placeholder 6">
            <a:extLst>
              <a:ext uri="{FF2B5EF4-FFF2-40B4-BE49-F238E27FC236}">
                <a16:creationId xmlns:a16="http://schemas.microsoft.com/office/drawing/2014/main" id="{8245421C-670F-4227-B79D-994FE547F9A2}"/>
              </a:ext>
            </a:extLst>
          </p:cNvPr>
          <p:cNvSpPr>
            <a:spLocks noGrp="1"/>
          </p:cNvSpPr>
          <p:nvPr>
            <p:ph type="body" sz="quarter" idx="11"/>
          </p:nvPr>
        </p:nvSpPr>
        <p:spPr>
          <a:xfrm>
            <a:off x="831027" y="3452115"/>
            <a:ext cx="3650486"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endParaRPr lang="en-GB" dirty="0"/>
          </a:p>
        </p:txBody>
      </p:sp>
      <p:sp>
        <p:nvSpPr>
          <p:cNvPr id="3" name="Bildplatzhalter 2">
            <a:extLst>
              <a:ext uri="{FF2B5EF4-FFF2-40B4-BE49-F238E27FC236}">
                <a16:creationId xmlns:a16="http://schemas.microsoft.com/office/drawing/2014/main" id="{A334A812-F883-AF52-F92E-916B48E7D3E0}"/>
              </a:ext>
            </a:extLst>
          </p:cNvPr>
          <p:cNvSpPr>
            <a:spLocks noGrp="1"/>
          </p:cNvSpPr>
          <p:nvPr>
            <p:ph type="pic" sz="quarter" idx="12"/>
          </p:nvPr>
        </p:nvSpPr>
        <p:spPr>
          <a:xfrm>
            <a:off x="5752800" y="447950"/>
            <a:ext cx="3404886" cy="3798786"/>
          </a:xfrm>
          <a:custGeom>
            <a:avLst/>
            <a:gdLst>
              <a:gd name="connsiteX0" fmla="*/ 0 w 3392932"/>
              <a:gd name="connsiteY0" fmla="*/ 0 h 3804762"/>
              <a:gd name="connsiteX1" fmla="*/ 3392932 w 3392932"/>
              <a:gd name="connsiteY1" fmla="*/ 0 h 3804762"/>
              <a:gd name="connsiteX2" fmla="*/ 3392932 w 3392932"/>
              <a:gd name="connsiteY2" fmla="*/ 3804762 h 3804762"/>
              <a:gd name="connsiteX3" fmla="*/ 0 w 3392932"/>
              <a:gd name="connsiteY3" fmla="*/ 3804762 h 3804762"/>
              <a:gd name="connsiteX4" fmla="*/ 0 w 3392932"/>
              <a:gd name="connsiteY4" fmla="*/ 0 h 3804762"/>
              <a:gd name="connsiteX0" fmla="*/ 741082 w 3392932"/>
              <a:gd name="connsiteY0" fmla="*/ 753035 h 3804762"/>
              <a:gd name="connsiteX1" fmla="*/ 3392932 w 3392932"/>
              <a:gd name="connsiteY1" fmla="*/ 0 h 3804762"/>
              <a:gd name="connsiteX2" fmla="*/ 3392932 w 3392932"/>
              <a:gd name="connsiteY2" fmla="*/ 3804762 h 3804762"/>
              <a:gd name="connsiteX3" fmla="*/ 0 w 3392932"/>
              <a:gd name="connsiteY3" fmla="*/ 3804762 h 3804762"/>
              <a:gd name="connsiteX4" fmla="*/ 741082 w 3392932"/>
              <a:gd name="connsiteY4" fmla="*/ 753035 h 3804762"/>
              <a:gd name="connsiteX0" fmla="*/ 0 w 2651850"/>
              <a:gd name="connsiteY0" fmla="*/ 753035 h 3804762"/>
              <a:gd name="connsiteX1" fmla="*/ 2651850 w 2651850"/>
              <a:gd name="connsiteY1" fmla="*/ 0 h 3804762"/>
              <a:gd name="connsiteX2" fmla="*/ 2651850 w 2651850"/>
              <a:gd name="connsiteY2" fmla="*/ 3804762 h 3804762"/>
              <a:gd name="connsiteX3" fmla="*/ 29883 w 2651850"/>
              <a:gd name="connsiteY3" fmla="*/ 3380433 h 3804762"/>
              <a:gd name="connsiteX4" fmla="*/ 0 w 2651850"/>
              <a:gd name="connsiteY4" fmla="*/ 753035 h 3804762"/>
              <a:gd name="connsiteX0" fmla="*/ 239058 w 2890908"/>
              <a:gd name="connsiteY0" fmla="*/ 753035 h 3804762"/>
              <a:gd name="connsiteX1" fmla="*/ 2890908 w 2890908"/>
              <a:gd name="connsiteY1" fmla="*/ 0 h 3804762"/>
              <a:gd name="connsiteX2" fmla="*/ 2890908 w 2890908"/>
              <a:gd name="connsiteY2" fmla="*/ 3804762 h 3804762"/>
              <a:gd name="connsiteX3" fmla="*/ 0 w 2890908"/>
              <a:gd name="connsiteY3" fmla="*/ 3517892 h 3804762"/>
              <a:gd name="connsiteX4" fmla="*/ 239058 w 2890908"/>
              <a:gd name="connsiteY4" fmla="*/ 753035 h 3804762"/>
              <a:gd name="connsiteX0" fmla="*/ 0 w 3410862"/>
              <a:gd name="connsiteY0" fmla="*/ 842682 h 3804762"/>
              <a:gd name="connsiteX1" fmla="*/ 3410862 w 3410862"/>
              <a:gd name="connsiteY1" fmla="*/ 0 h 3804762"/>
              <a:gd name="connsiteX2" fmla="*/ 3410862 w 3410862"/>
              <a:gd name="connsiteY2" fmla="*/ 3804762 h 3804762"/>
              <a:gd name="connsiteX3" fmla="*/ 519954 w 3410862"/>
              <a:gd name="connsiteY3" fmla="*/ 3517892 h 3804762"/>
              <a:gd name="connsiteX4" fmla="*/ 0 w 3410862"/>
              <a:gd name="connsiteY4" fmla="*/ 842682 h 3804762"/>
              <a:gd name="connsiteX0" fmla="*/ 0 w 3410862"/>
              <a:gd name="connsiteY0" fmla="*/ 842682 h 3517892"/>
              <a:gd name="connsiteX1" fmla="*/ 3410862 w 3410862"/>
              <a:gd name="connsiteY1" fmla="*/ 0 h 3517892"/>
              <a:gd name="connsiteX2" fmla="*/ 3034344 w 3410862"/>
              <a:gd name="connsiteY2" fmla="*/ 3398362 h 3517892"/>
              <a:gd name="connsiteX3" fmla="*/ 519954 w 3410862"/>
              <a:gd name="connsiteY3" fmla="*/ 3517892 h 3517892"/>
              <a:gd name="connsiteX4" fmla="*/ 0 w 3410862"/>
              <a:gd name="connsiteY4" fmla="*/ 842682 h 3517892"/>
              <a:gd name="connsiteX0" fmla="*/ 0 w 3410862"/>
              <a:gd name="connsiteY0" fmla="*/ 842682 h 3774879"/>
              <a:gd name="connsiteX1" fmla="*/ 3410862 w 3410862"/>
              <a:gd name="connsiteY1" fmla="*/ 0 h 3774879"/>
              <a:gd name="connsiteX2" fmla="*/ 3410862 w 3410862"/>
              <a:gd name="connsiteY2" fmla="*/ 3774879 h 3774879"/>
              <a:gd name="connsiteX3" fmla="*/ 519954 w 3410862"/>
              <a:gd name="connsiteY3" fmla="*/ 3517892 h 3774879"/>
              <a:gd name="connsiteX4" fmla="*/ 0 w 3410862"/>
              <a:gd name="connsiteY4" fmla="*/ 842682 h 3774879"/>
              <a:gd name="connsiteX0" fmla="*/ 0 w 3410862"/>
              <a:gd name="connsiteY0" fmla="*/ 842682 h 3810738"/>
              <a:gd name="connsiteX1" fmla="*/ 3410862 w 3410862"/>
              <a:gd name="connsiteY1" fmla="*/ 0 h 3810738"/>
              <a:gd name="connsiteX2" fmla="*/ 3404886 w 3410862"/>
              <a:gd name="connsiteY2" fmla="*/ 3810738 h 3810738"/>
              <a:gd name="connsiteX3" fmla="*/ 519954 w 3410862"/>
              <a:gd name="connsiteY3" fmla="*/ 3517892 h 3810738"/>
              <a:gd name="connsiteX4" fmla="*/ 0 w 3410862"/>
              <a:gd name="connsiteY4" fmla="*/ 842682 h 3810738"/>
              <a:gd name="connsiteX0" fmla="*/ 0 w 3404886"/>
              <a:gd name="connsiteY0" fmla="*/ 280894 h 3248950"/>
              <a:gd name="connsiteX1" fmla="*/ 3135945 w 3404886"/>
              <a:gd name="connsiteY1" fmla="*/ 0 h 3248950"/>
              <a:gd name="connsiteX2" fmla="*/ 3404886 w 3404886"/>
              <a:gd name="connsiteY2" fmla="*/ 3248950 h 3248950"/>
              <a:gd name="connsiteX3" fmla="*/ 519954 w 3404886"/>
              <a:gd name="connsiteY3" fmla="*/ 2956104 h 3248950"/>
              <a:gd name="connsiteX4" fmla="*/ 0 w 3404886"/>
              <a:gd name="connsiteY4" fmla="*/ 280894 h 3248950"/>
              <a:gd name="connsiteX0" fmla="*/ 0 w 3404886"/>
              <a:gd name="connsiteY0" fmla="*/ 830730 h 3798786"/>
              <a:gd name="connsiteX1" fmla="*/ 3404886 w 3404886"/>
              <a:gd name="connsiteY1" fmla="*/ 0 h 3798786"/>
              <a:gd name="connsiteX2" fmla="*/ 3404886 w 3404886"/>
              <a:gd name="connsiteY2" fmla="*/ 3798786 h 3798786"/>
              <a:gd name="connsiteX3" fmla="*/ 519954 w 3404886"/>
              <a:gd name="connsiteY3" fmla="*/ 3505940 h 3798786"/>
              <a:gd name="connsiteX4" fmla="*/ 0 w 3404886"/>
              <a:gd name="connsiteY4" fmla="*/ 830730 h 3798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4886" h="3798786">
                <a:moveTo>
                  <a:pt x="0" y="830730"/>
                </a:moveTo>
                <a:lnTo>
                  <a:pt x="3404886" y="0"/>
                </a:lnTo>
                <a:lnTo>
                  <a:pt x="3404886" y="3798786"/>
                </a:lnTo>
                <a:lnTo>
                  <a:pt x="519954" y="3505940"/>
                </a:lnTo>
                <a:lnTo>
                  <a:pt x="0" y="830730"/>
                </a:lnTo>
                <a:close/>
              </a:path>
            </a:pathLst>
          </a:custGeom>
          <a:solidFill>
            <a:schemeClr val="accent2"/>
          </a:solidFill>
          <a:ln>
            <a:noFill/>
          </a:ln>
        </p:spPr>
        <p:txBody>
          <a:bodyPr/>
          <a:lstStyle/>
          <a:p>
            <a:endParaRPr lang="en-GB" dirty="0"/>
          </a:p>
        </p:txBody>
      </p:sp>
    </p:spTree>
    <p:extLst>
      <p:ext uri="{BB962C8B-B14F-4D97-AF65-F5344CB8AC3E}">
        <p14:creationId xmlns:p14="http://schemas.microsoft.com/office/powerpoint/2010/main" val="1344516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mit Bild">
    <p:spTree>
      <p:nvGrpSpPr>
        <p:cNvPr id="1" name=""/>
        <p:cNvGrpSpPr/>
        <p:nvPr/>
      </p:nvGrpSpPr>
      <p:grpSpPr>
        <a:xfrm>
          <a:off x="0" y="0"/>
          <a:ext cx="0" cy="0"/>
          <a:chOff x="0" y="0"/>
          <a:chExt cx="0" cy="0"/>
        </a:xfrm>
      </p:grpSpPr>
      <p:pic>
        <p:nvPicPr>
          <p:cNvPr id="12" name="Picture 11" descr="A picture containing skating, building, ramp, board&#10;&#10;Description automatically generated">
            <a:extLst>
              <a:ext uri="{FF2B5EF4-FFF2-40B4-BE49-F238E27FC236}">
                <a16:creationId xmlns:a16="http://schemas.microsoft.com/office/drawing/2014/main" id="{71655C6F-D683-4181-8A76-C2CF9E2F41C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58763"/>
          <a:stretch/>
        </p:blipFill>
        <p:spPr>
          <a:xfrm>
            <a:off x="5963683" y="0"/>
            <a:ext cx="3180318" cy="5143500"/>
          </a:xfrm>
          <a:prstGeom prst="rect">
            <a:avLst/>
          </a:prstGeom>
        </p:spPr>
      </p:pic>
      <p:sp>
        <p:nvSpPr>
          <p:cNvPr id="7" name="Freeform: Shape 6">
            <a:extLst>
              <a:ext uri="{FF2B5EF4-FFF2-40B4-BE49-F238E27FC236}">
                <a16:creationId xmlns:a16="http://schemas.microsoft.com/office/drawing/2014/main" id="{32FAFF1B-D695-4F04-8B58-692674CF4A5C}"/>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a:xfrm>
            <a:off x="358775" y="376238"/>
            <a:ext cx="5464509" cy="675727"/>
          </a:xfrm>
        </p:spPr>
        <p:txBody>
          <a:bodyPr/>
          <a:lstStyle>
            <a:lvl1pPr>
              <a:lnSpc>
                <a:spcPts val="4400"/>
              </a:lnSpc>
              <a:defRPr sz="4000">
                <a:latin typeface="Gill Sans Nova Light" panose="020B0302020104020203" pitchFamily="34" charset="0"/>
              </a:defRPr>
            </a:lvl1pPr>
          </a:lstStyle>
          <a:p>
            <a:r>
              <a:rPr lang="en-GB" dirty="0"/>
              <a:t>Click to edit Master title style</a:t>
            </a:r>
          </a:p>
        </p:txBody>
      </p:sp>
      <p:sp>
        <p:nvSpPr>
          <p:cNvPr id="5" name="Text Placeholder 4">
            <a:extLst>
              <a:ext uri="{FF2B5EF4-FFF2-40B4-BE49-F238E27FC236}">
                <a16:creationId xmlns:a16="http://schemas.microsoft.com/office/drawing/2014/main" id="{47F3237B-A6D8-401E-A0E8-75ED37DDC0FA}"/>
              </a:ext>
            </a:extLst>
          </p:cNvPr>
          <p:cNvSpPr>
            <a:spLocks noGrp="1"/>
          </p:cNvSpPr>
          <p:nvPr>
            <p:ph type="body" sz="quarter" idx="13" hasCustomPrompt="1"/>
          </p:nvPr>
        </p:nvSpPr>
        <p:spPr>
          <a:xfrm>
            <a:off x="358775" y="1276350"/>
            <a:ext cx="5000404" cy="3203575"/>
          </a:xfrm>
        </p:spPr>
        <p:txBody>
          <a:bodyPr>
            <a:normAutofit/>
          </a:bodyPr>
          <a:lstStyle>
            <a:lvl1pPr marL="396000" indent="-396000">
              <a:spcAft>
                <a:spcPts val="600"/>
              </a:spcAft>
              <a:buFont typeface="+mj-lt"/>
              <a:buAutoNum type="arabicPeriod"/>
              <a:defRPr sz="1600"/>
            </a:lvl1pPr>
            <a:lvl2pPr marL="720000" indent="-288000">
              <a:spcAft>
                <a:spcPts val="400"/>
              </a:spcAft>
              <a:buFont typeface="Arial" panose="020B0604020202020204" pitchFamily="34" charset="0"/>
              <a:buChar char="‒"/>
              <a:defRPr sz="1600"/>
            </a:lvl2pPr>
            <a:lvl3pPr marL="1008000" indent="-288000">
              <a:spcAft>
                <a:spcPts val="400"/>
              </a:spcAft>
              <a:buSzPct val="110000"/>
              <a:buFont typeface="Arial" panose="020B0604020202020204" pitchFamily="34" charset="0"/>
              <a:buChar char="•"/>
              <a:defRPr sz="1600"/>
            </a:lvl3pPr>
            <a:lvl4pPr marL="1296000" indent="-288000">
              <a:spcAft>
                <a:spcPts val="400"/>
              </a:spcAft>
              <a:buFont typeface="Arial" panose="020B0604020202020204" pitchFamily="34" charset="0"/>
              <a:buChar char="◦"/>
              <a:defRPr sz="1600"/>
            </a:lvl4pPr>
            <a:lvl5pPr marL="1296000" indent="-288000">
              <a:spcAft>
                <a:spcPts val="400"/>
              </a:spcAft>
              <a:buFont typeface="Arial" panose="020B0604020202020204" pitchFamily="34" charset="0"/>
              <a:buChar char="◦"/>
              <a:defRPr sz="1600"/>
            </a:lvl5pPr>
            <a:lvl6pPr marL="1296000" indent="-288000">
              <a:defRPr sz="1600"/>
            </a:lvl6pPr>
            <a:lvl7pPr marL="1296000" indent="-288000">
              <a:defRPr sz="1600"/>
            </a:lvl7pPr>
            <a:lvl8pPr marL="1296000" indent="-288000">
              <a:defRPr sz="1600"/>
            </a:lvl8pPr>
            <a:lvl9pPr marL="1296000" indent="-288000">
              <a:defRPr sz="1600"/>
            </a:lvl9pPr>
          </a:lstStyle>
          <a:p>
            <a:pPr lvl="0"/>
            <a:r>
              <a:rPr lang="en-GB" dirty="0"/>
              <a:t>Click to edit Master text styles</a:t>
            </a:r>
            <a:endParaRPr lang="en-GB"/>
          </a:p>
          <a:p>
            <a:pPr lvl="1"/>
            <a:r>
              <a:rPr lang="en-GB" dirty="0" err="1"/>
              <a:t>Zweite</a:t>
            </a:r>
            <a:r>
              <a:rPr lang="en-GB" dirty="0"/>
              <a:t> Ebene</a:t>
            </a:r>
            <a:endParaRPr lang="en-GB"/>
          </a:p>
          <a:p>
            <a:pPr lvl="2"/>
            <a:r>
              <a:rPr lang="en-GB" dirty="0" err="1"/>
              <a:t>Dritte</a:t>
            </a:r>
            <a:r>
              <a:rPr lang="en-GB" dirty="0"/>
              <a:t> Ebene</a:t>
            </a:r>
            <a:endParaRPr lang="en-GB"/>
          </a:p>
          <a:p>
            <a:pPr lvl="3"/>
            <a:r>
              <a:rPr lang="en-GB" dirty="0" err="1"/>
              <a:t>Vierte</a:t>
            </a:r>
            <a:r>
              <a:rPr lang="en-GB" dirty="0"/>
              <a:t> Ebene</a:t>
            </a:r>
            <a:endParaRPr lang="en-GB"/>
          </a:p>
          <a:p>
            <a:pPr lvl="4"/>
            <a:r>
              <a:rPr lang="en-GB" dirty="0" err="1"/>
              <a:t>Fünfte</a:t>
            </a:r>
            <a:r>
              <a:rPr lang="en-GB" dirty="0"/>
              <a:t> Ebene</a:t>
            </a:r>
            <a:endParaRPr lang="en-GB"/>
          </a:p>
          <a:p>
            <a:pPr lvl="5"/>
            <a:r>
              <a:rPr lang="en-GB" dirty="0" err="1"/>
              <a:t>Sechste</a:t>
            </a:r>
            <a:r>
              <a:rPr lang="en-GB" dirty="0"/>
              <a:t> Ebene</a:t>
            </a:r>
            <a:endParaRPr lang="en-GB"/>
          </a:p>
          <a:p>
            <a:pPr lvl="6"/>
            <a:r>
              <a:rPr lang="en-GB" dirty="0" err="1"/>
              <a:t>Siebte</a:t>
            </a:r>
            <a:r>
              <a:rPr lang="en-GB" dirty="0"/>
              <a:t> Ebene</a:t>
            </a:r>
            <a:endParaRPr lang="en-GB"/>
          </a:p>
          <a:p>
            <a:pPr lvl="7"/>
            <a:r>
              <a:rPr lang="en-GB" dirty="0" err="1"/>
              <a:t>Achte</a:t>
            </a:r>
            <a:r>
              <a:rPr lang="en-GB" dirty="0"/>
              <a:t> Ebene</a:t>
            </a:r>
            <a:endParaRPr lang="en-GB"/>
          </a:p>
          <a:p>
            <a:pPr lvl="8"/>
            <a:r>
              <a:rPr lang="en-GB" dirty="0" err="1"/>
              <a:t>Neunte</a:t>
            </a:r>
            <a:r>
              <a:rPr lang="en-GB" dirty="0"/>
              <a:t> Ebene</a:t>
            </a:r>
            <a:endParaRPr lang="en-GB"/>
          </a:p>
        </p:txBody>
      </p:sp>
      <p:sp>
        <p:nvSpPr>
          <p:cNvPr id="6" name="Slide Number Placeholder 5">
            <a:extLst>
              <a:ext uri="{FF2B5EF4-FFF2-40B4-BE49-F238E27FC236}">
                <a16:creationId xmlns:a16="http://schemas.microsoft.com/office/drawing/2014/main" id="{8E64CDDE-58C2-4810-8B30-D17CF249E28D}"/>
              </a:ext>
            </a:extLst>
          </p:cNvPr>
          <p:cNvSpPr>
            <a:spLocks noGrp="1"/>
          </p:cNvSpPr>
          <p:nvPr>
            <p:ph type="sldNum" sz="quarter" idx="16"/>
          </p:nvPr>
        </p:nvSpPr>
        <p:spPr/>
        <p:txBody>
          <a:bodyPr/>
          <a:lstStyle/>
          <a:p>
            <a:fld id="{7559FC98-AF75-4A00-A03C-DF9FEBF6BCB9}" type="slidenum">
              <a:rPr lang="en-GB" smtClean="0"/>
              <a:pPr/>
              <a:t>‹#›</a:t>
            </a:fld>
            <a:endParaRPr lang="en-GB" dirty="0"/>
          </a:p>
        </p:txBody>
      </p:sp>
      <p:sp>
        <p:nvSpPr>
          <p:cNvPr id="8" name="Rectangle 7" descr="{&quot;templafy&quot;:{&quot;id&quot;:&quot;69582c92-e5c7-4749-97ef-47cc4b58fa8b&quot;}}">
            <a:extLst>
              <a:ext uri="{FF2B5EF4-FFF2-40B4-BE49-F238E27FC236}">
                <a16:creationId xmlns:a16="http://schemas.microsoft.com/office/drawing/2014/main" id="{E6F37757-2E2F-45B4-8E6C-0B6588D2DCE2}"/>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
        <p:nvSpPr>
          <p:cNvPr id="10" name="Rectangle 9" descr="{&quot;templafy&quot;:{&quot;id&quot;:&quot;4ee707e9-0b9f-42e6-bfac-8cfa418e9d62&quot;}}">
            <a:extLst>
              <a:ext uri="{FF2B5EF4-FFF2-40B4-BE49-F238E27FC236}">
                <a16:creationId xmlns:a16="http://schemas.microsoft.com/office/drawing/2014/main" id="{AA1C14F3-85E4-47DF-A8F9-0A6C945C6727}"/>
              </a:ext>
            </a:extLst>
          </p:cNvPr>
          <p:cNvSpPr/>
          <p:nvPr userDrawn="1"/>
        </p:nvSpPr>
        <p:spPr>
          <a:xfrm>
            <a:off x="2516261" y="4767263"/>
            <a:ext cx="3307023"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pic>
        <p:nvPicPr>
          <p:cNvPr id="86902744" name="Rectangle 10" descr="{&quot;templafy&quot;:{&quot;id&quot;:&quot;b710521b-d63f-429f-a075-a52a6cb7c897&quot;}}"/>
          <p:cNvPicPr>
            <a:picLocks noChangeAspect="1"/>
          </p:cNvPicPr>
          <p:nvPr/>
        </p:nvPicPr>
        <p:blipFill>
          <a:blip r:embed="rId3"/>
          <a:stretch>
            <a:fillRect/>
          </a:stretch>
        </p:blipFill>
        <p:spPr>
          <a:xfrm>
            <a:off x="358775" y="4668427"/>
            <a:ext cx="1026000" cy="212400"/>
          </a:xfrm>
          <a:prstGeom prst="rect">
            <a:avLst/>
          </a:prstGeom>
        </p:spPr>
      </p:pic>
      <p:sp>
        <p:nvSpPr>
          <p:cNvPr id="13" name="Rectangle 12" descr="{&quot;templafy&quot;:{&quot;id&quot;:&quot;4c8a9ee4-f540-4aa0-9380-f692b4e2dcc6&quot;}}" hidden="1">
            <a:extLst>
              <a:ext uri="{FF2B5EF4-FFF2-40B4-BE49-F238E27FC236}">
                <a16:creationId xmlns:a16="http://schemas.microsoft.com/office/drawing/2014/main" id="{829DC8B1-9D54-4E8C-B174-7B9355FD57F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23413945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apiteltrenner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bg2"/>
                </a:solidFill>
                <a:latin typeface="Gill Sans Nova Light" panose="020B0302020104020203" pitchFamily="34" charset="0"/>
              </a:defRPr>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bg2"/>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Freeform: Shape 3">
            <a:extLst>
              <a:ext uri="{FF2B5EF4-FFF2-40B4-BE49-F238E27FC236}">
                <a16:creationId xmlns:a16="http://schemas.microsoft.com/office/drawing/2014/main" id="{AA3A5247-554A-42FF-BCCF-A11D65465AA4}"/>
              </a:ext>
            </a:extLst>
          </p:cNvPr>
          <p:cNvSpPr>
            <a:spLocks noChangeAspect="1"/>
          </p:cNvSpPr>
          <p:nvPr userDrawn="1"/>
        </p:nvSpPr>
        <p:spPr>
          <a:xfrm>
            <a:off x="4572001" y="3166310"/>
            <a:ext cx="457200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67247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trenner 2">
    <p:bg>
      <p:bgPr>
        <a:solidFill>
          <a:schemeClr val="bg2"/>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DC68F798-C07C-4BF8-8573-0552735B83EA}"/>
              </a:ext>
            </a:extLst>
          </p:cNvPr>
          <p:cNvSpPr>
            <a:spLocks noGrp="1"/>
          </p:cNvSpPr>
          <p:nvPr>
            <p:ph type="pic" sz="quarter" idx="11"/>
          </p:nvPr>
        </p:nvSpPr>
        <p:spPr>
          <a:xfrm>
            <a:off x="0" y="0"/>
            <a:ext cx="9144000" cy="5143500"/>
          </a:xfrm>
        </p:spPr>
        <p:txBody>
          <a:bodyPr/>
          <a:lstStyle/>
          <a:p>
            <a:r>
              <a:rPr lang="en-GB"/>
              <a:t>Click icon to add picture</a:t>
            </a:r>
          </a:p>
        </p:txBody>
      </p:sp>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tx1"/>
                </a:solidFill>
                <a:latin typeface="Gill Sans Nova Light" panose="020B0302020104020203" pitchFamily="34" charset="0"/>
              </a:defRPr>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Tree>
    <p:extLst>
      <p:ext uri="{BB962C8B-B14F-4D97-AF65-F5344CB8AC3E}">
        <p14:creationId xmlns:p14="http://schemas.microsoft.com/office/powerpoint/2010/main" val="2251138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zwei Content">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5543F47-BCA1-4586-9B7A-452F67C480C8}"/>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CD7A6B4-FE62-49DA-AB92-A00E16DDD412}"/>
              </a:ext>
            </a:extLst>
          </p:cNvPr>
          <p:cNvSpPr>
            <a:spLocks noGrp="1"/>
          </p:cNvSpPr>
          <p:nvPr>
            <p:ph sz="half" idx="1"/>
          </p:nvPr>
        </p:nvSpPr>
        <p:spPr>
          <a:xfrm>
            <a:off x="358776" y="1276349"/>
            <a:ext cx="4122738" cy="3203576"/>
          </a:xfrm>
        </p:spPr>
        <p:txBody>
          <a:bodyPr>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4" name="Content Placeholder 3">
            <a:extLst>
              <a:ext uri="{FF2B5EF4-FFF2-40B4-BE49-F238E27FC236}">
                <a16:creationId xmlns:a16="http://schemas.microsoft.com/office/drawing/2014/main" id="{E44DB25E-F340-4288-90DE-3831A8F49925}"/>
              </a:ext>
            </a:extLst>
          </p:cNvPr>
          <p:cNvSpPr>
            <a:spLocks noGrp="1"/>
          </p:cNvSpPr>
          <p:nvPr>
            <p:ph sz="half" idx="2"/>
          </p:nvPr>
        </p:nvSpPr>
        <p:spPr>
          <a:xfrm>
            <a:off x="4662487" y="1276350"/>
            <a:ext cx="4122737" cy="3203575"/>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12" name="Slide Number Placeholder 11">
            <a:extLst>
              <a:ext uri="{FF2B5EF4-FFF2-40B4-BE49-F238E27FC236}">
                <a16:creationId xmlns:a16="http://schemas.microsoft.com/office/drawing/2014/main" id="{E2CF5E38-DB35-4A9B-8D0E-E97D18CDB2BC}"/>
              </a:ext>
            </a:extLst>
          </p:cNvPr>
          <p:cNvSpPr>
            <a:spLocks noGrp="1"/>
          </p:cNvSpPr>
          <p:nvPr>
            <p:ph type="sldNum" sz="quarter" idx="16"/>
          </p:nvPr>
        </p:nvSpPr>
        <p:spPr/>
        <p:txBody>
          <a:bodyPr/>
          <a:lstStyle/>
          <a:p>
            <a:fld id="{7559FC98-AF75-4A00-A03C-DF9FEBF6BCB9}" type="slidenum">
              <a:rPr lang="en-GB" smtClean="0"/>
              <a:pPr/>
              <a:t>‹#›</a:t>
            </a:fld>
            <a:endParaRPr lang="en-GB" dirty="0"/>
          </a:p>
        </p:txBody>
      </p:sp>
      <p:sp>
        <p:nvSpPr>
          <p:cNvPr id="15" name="Rectangle 14" descr="{&quot;templafy&quot;:{&quot;id&quot;:&quot;843f5766-31d9-4280-a669-00226bb12ba8&quot;}}">
            <a:extLst>
              <a:ext uri="{FF2B5EF4-FFF2-40B4-BE49-F238E27FC236}">
                <a16:creationId xmlns:a16="http://schemas.microsoft.com/office/drawing/2014/main" id="{6247B37A-A555-44A3-BECD-66BD8151E86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504718880" name="Rectangle 4" descr="{&quot;templafy&quot;:{&quot;id&quot;:&quot;9b9e4f3c-de31-4236-8ed4-5b99f4d3cf2e&quot;}}"/>
          <p:cNvPicPr>
            <a:picLocks noChangeAspect="1"/>
          </p:cNvPicPr>
          <p:nvPr/>
        </p:nvPicPr>
        <p:blipFill>
          <a:blip r:embed="rId2"/>
          <a:stretch>
            <a:fillRect/>
          </a:stretch>
        </p:blipFill>
        <p:spPr>
          <a:xfrm>
            <a:off x="358775" y="4668427"/>
            <a:ext cx="1026000" cy="212400"/>
          </a:xfrm>
          <a:prstGeom prst="rect">
            <a:avLst/>
          </a:prstGeom>
        </p:spPr>
      </p:pic>
      <p:sp>
        <p:nvSpPr>
          <p:cNvPr id="6" name="Rectangle 5" descr="{&quot;templafy&quot;:{&quot;id&quot;:&quot;75162e3e-ae53-4b5e-99da-7a45748d34cc&quot;}}">
            <a:extLst>
              <a:ext uri="{FF2B5EF4-FFF2-40B4-BE49-F238E27FC236}">
                <a16:creationId xmlns:a16="http://schemas.microsoft.com/office/drawing/2014/main" id="{4E03CCCD-CB66-429F-BC77-64B5370808F2}"/>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7" name="Rectangle 6" descr="{&quot;templafy&quot;:{&quot;id&quot;:&quot;4b457ff6-1749-4ff7-9ec1-d06b95bd97c4&quot;}}" hidden="1">
            <a:extLst>
              <a:ext uri="{FF2B5EF4-FFF2-40B4-BE49-F238E27FC236}">
                <a16:creationId xmlns:a16="http://schemas.microsoft.com/office/drawing/2014/main" id="{B915E154-BDC4-452C-BDE7-882BE349B50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8505425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Content">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32FAFF1B-D695-4F04-8B58-692674CF4A5C}"/>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1B1DFF60-9E69-4915-A0DD-67FF253288CC}"/>
              </a:ext>
            </a:extLst>
          </p:cNvPr>
          <p:cNvSpPr>
            <a:spLocks noGrp="1"/>
          </p:cNvSpPr>
          <p:nvPr>
            <p:ph idx="1"/>
          </p:nvPr>
        </p:nvSpPr>
        <p:spPr/>
        <p:txBody>
          <a:bodyPr>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10" name="Slide Number Placeholder 9">
            <a:extLst>
              <a:ext uri="{FF2B5EF4-FFF2-40B4-BE49-F238E27FC236}">
                <a16:creationId xmlns:a16="http://schemas.microsoft.com/office/drawing/2014/main" id="{1CB9FAC9-1E0D-44F5-8B7F-C8D103F40B80}"/>
              </a:ext>
            </a:extLst>
          </p:cNvPr>
          <p:cNvSpPr>
            <a:spLocks noGrp="1"/>
          </p:cNvSpPr>
          <p:nvPr>
            <p:ph type="sldNum" sz="quarter" idx="12"/>
          </p:nvPr>
        </p:nvSpPr>
        <p:spPr>
          <a:xfrm>
            <a:off x="8570473" y="4767263"/>
            <a:ext cx="214752" cy="273844"/>
          </a:xfrm>
        </p:spPr>
        <p:txBody>
          <a:bodyPr/>
          <a:lstStyle>
            <a:lvl1pPr>
              <a:defRPr>
                <a:solidFill>
                  <a:schemeClr val="bg2"/>
                </a:solidFill>
              </a:defRPr>
            </a:lvl1pPr>
          </a:lstStyle>
          <a:p>
            <a:fld id="{7559FC98-AF75-4A00-A03C-DF9FEBF6BCB9}" type="slidenum">
              <a:rPr lang="en-GB" smtClean="0"/>
              <a:pPr/>
              <a:t>‹#›</a:t>
            </a:fld>
            <a:endParaRPr lang="en-GB" dirty="0"/>
          </a:p>
        </p:txBody>
      </p:sp>
      <p:sp>
        <p:nvSpPr>
          <p:cNvPr id="11" name="Rectangle 10" descr="{&quot;templafy&quot;:{&quot;id&quot;:&quot;56ce75b3-422e-4bea-941a-dc00172cd73f&quot;}}">
            <a:extLst>
              <a:ext uri="{FF2B5EF4-FFF2-40B4-BE49-F238E27FC236}">
                <a16:creationId xmlns:a16="http://schemas.microsoft.com/office/drawing/2014/main" id="{47453508-BA4F-4ACB-B108-B3791E88CD5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563772407" name="Rectangle 11" descr="{&quot;templafy&quot;:{&quot;id&quot;:&quot;ff4a6372-22c5-4dd4-8428-3be358c8e860&quot;}}"/>
          <p:cNvPicPr>
            <a:picLocks noChangeAspect="1"/>
          </p:cNvPicPr>
          <p:nvPr/>
        </p:nvPicPr>
        <p:blipFill>
          <a:blip r:embed="rId2"/>
          <a:stretch>
            <a:fillRect/>
          </a:stretch>
        </p:blipFill>
        <p:spPr>
          <a:xfrm>
            <a:off x="358775" y="4668427"/>
            <a:ext cx="1026000" cy="212400"/>
          </a:xfrm>
          <a:prstGeom prst="rect">
            <a:avLst/>
          </a:prstGeom>
        </p:spPr>
      </p:pic>
      <p:sp>
        <p:nvSpPr>
          <p:cNvPr id="13" name="Rectangle 12" descr="{&quot;templafy&quot;:{&quot;id&quot;:&quot;802336ec-566b-4a3d-896e-7cccb9fe246d&quot;}}">
            <a:extLst>
              <a:ext uri="{FF2B5EF4-FFF2-40B4-BE49-F238E27FC236}">
                <a16:creationId xmlns:a16="http://schemas.microsoft.com/office/drawing/2014/main" id="{B5B29C83-7B2A-4E20-895A-585B8348684F}"/>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9" name="Rectangle 8" descr="{&quot;templafy&quot;:{&quot;id&quot;:&quot;a2d41398-5271-4cc9-b1dd-66e099bdef04&quot;}}" hidden="1">
            <a:extLst>
              <a:ext uri="{FF2B5EF4-FFF2-40B4-BE49-F238E27FC236}">
                <a16:creationId xmlns:a16="http://schemas.microsoft.com/office/drawing/2014/main" id="{2B2F7145-7DCA-4B3F-A8AE-07622CB5DF8E}"/>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41541113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zwei Bilder">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B4469C7-7D0E-49E1-8F7D-6E7D287176ED}"/>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7" name="Slide Number Placeholder 6">
            <a:extLst>
              <a:ext uri="{FF2B5EF4-FFF2-40B4-BE49-F238E27FC236}">
                <a16:creationId xmlns:a16="http://schemas.microsoft.com/office/drawing/2014/main" id="{7AD794AC-1E69-4E4D-9E6D-26F34827B225}"/>
              </a:ext>
            </a:extLst>
          </p:cNvPr>
          <p:cNvSpPr>
            <a:spLocks noGrp="1"/>
          </p:cNvSpPr>
          <p:nvPr>
            <p:ph type="sldNum" sz="quarter" idx="12"/>
          </p:nvPr>
        </p:nvSpPr>
        <p:spPr/>
        <p:txBody>
          <a:bodyPr/>
          <a:lstStyle/>
          <a:p>
            <a:fld id="{7559FC98-AF75-4A00-A03C-DF9FEBF6BCB9}" type="slidenum">
              <a:rPr lang="en-GB" smtClean="0"/>
              <a:t>‹#›</a:t>
            </a:fld>
            <a:endParaRPr lang="en-GB"/>
          </a:p>
        </p:txBody>
      </p:sp>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358774" y="1276350"/>
            <a:ext cx="4213225" cy="3203576"/>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1276350"/>
            <a:ext cx="4213225" cy="3203575"/>
          </a:xfrm>
        </p:spPr>
        <p:txBody>
          <a:bodyPr/>
          <a:lstStyle/>
          <a:p>
            <a:r>
              <a:rPr lang="en-GB"/>
              <a:t>Click icon to add picture</a:t>
            </a:r>
          </a:p>
        </p:txBody>
      </p:sp>
      <p:sp>
        <p:nvSpPr>
          <p:cNvPr id="12" name="Rectangle 11" descr="{&quot;templafy&quot;:{&quot;id&quot;:&quot;9c2bec1f-485e-44d6-987c-4c2a62826230&quot;}}">
            <a:extLst>
              <a:ext uri="{FF2B5EF4-FFF2-40B4-BE49-F238E27FC236}">
                <a16:creationId xmlns:a16="http://schemas.microsoft.com/office/drawing/2014/main" id="{A6CE9D3B-0E1D-4168-8639-F0D1F5FF77B1}"/>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26929661" name="Rectangle 13" descr="{&quot;templafy&quot;:{&quot;id&quot;:&quot;965f1849-534b-4cf0-ad65-b946ad9126d8&quot;}}"/>
          <p:cNvPicPr>
            <a:picLocks noChangeAspect="1"/>
          </p:cNvPicPr>
          <p:nvPr/>
        </p:nvPicPr>
        <p:blipFill>
          <a:blip r:embed="rId2"/>
          <a:stretch>
            <a:fillRect/>
          </a:stretch>
        </p:blipFill>
        <p:spPr>
          <a:xfrm>
            <a:off x="358775" y="4668427"/>
            <a:ext cx="1026000" cy="212400"/>
          </a:xfrm>
          <a:prstGeom prst="rect">
            <a:avLst/>
          </a:prstGeom>
        </p:spPr>
      </p:pic>
      <p:sp>
        <p:nvSpPr>
          <p:cNvPr id="13" name="Rectangle 12" descr="{&quot;templafy&quot;:{&quot;id&quot;:&quot;73b120c8-aa6c-4644-86bc-360261a349b9&quot;}}">
            <a:extLst>
              <a:ext uri="{FF2B5EF4-FFF2-40B4-BE49-F238E27FC236}">
                <a16:creationId xmlns:a16="http://schemas.microsoft.com/office/drawing/2014/main" id="{D1217118-5A25-4DE0-99F7-B3460244BBBE}"/>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5" name="Rectangle 14" descr="{&quot;templafy&quot;:{&quot;id&quot;:&quot;297fab75-6aaa-4b1a-95bb-193250870530&quot;}}" hidden="1">
            <a:extLst>
              <a:ext uri="{FF2B5EF4-FFF2-40B4-BE49-F238E27FC236}">
                <a16:creationId xmlns:a16="http://schemas.microsoft.com/office/drawing/2014/main" id="{544AC9A2-9666-4133-BC67-BE44B6459332}"/>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34796761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Bilder mit Legende">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FFEC9FF2-0829-44EA-809D-F5C42173624F}"/>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Slide Number Placeholder 6">
            <a:extLst>
              <a:ext uri="{FF2B5EF4-FFF2-40B4-BE49-F238E27FC236}">
                <a16:creationId xmlns:a16="http://schemas.microsoft.com/office/drawing/2014/main" id="{7AD794AC-1E69-4E4D-9E6D-26F34827B225}"/>
              </a:ext>
            </a:extLst>
          </p:cNvPr>
          <p:cNvSpPr>
            <a:spLocks noGrp="1"/>
          </p:cNvSpPr>
          <p:nvPr>
            <p:ph type="sldNum" sz="quarter" idx="12"/>
          </p:nvPr>
        </p:nvSpPr>
        <p:spPr/>
        <p:txBody>
          <a:bodyPr/>
          <a:lstStyle/>
          <a:p>
            <a:fld id="{7559FC98-AF75-4A00-A03C-DF9FEBF6BCB9}" type="slidenum">
              <a:rPr lang="en-GB" smtClean="0"/>
              <a:t>‹#›</a:t>
            </a:fld>
            <a:endParaRPr lang="en-GB"/>
          </a:p>
        </p:txBody>
      </p:sp>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0" y="0"/>
            <a:ext cx="4571999" cy="3887599"/>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0"/>
            <a:ext cx="4572000" cy="3887599"/>
          </a:xfrm>
        </p:spPr>
        <p:txBody>
          <a:bodyPr/>
          <a:lstStyle/>
          <a:p>
            <a:r>
              <a:rPr lang="en-GB"/>
              <a:t>Click icon to add picture</a:t>
            </a:r>
          </a:p>
        </p:txBody>
      </p:sp>
      <p:sp>
        <p:nvSpPr>
          <p:cNvPr id="4" name="Text Placeholder 3">
            <a:extLst>
              <a:ext uri="{FF2B5EF4-FFF2-40B4-BE49-F238E27FC236}">
                <a16:creationId xmlns:a16="http://schemas.microsoft.com/office/drawing/2014/main" id="{C19FAD45-6EEE-4522-8CA6-5189DCDD487C}"/>
              </a:ext>
            </a:extLst>
          </p:cNvPr>
          <p:cNvSpPr>
            <a:spLocks noGrp="1"/>
          </p:cNvSpPr>
          <p:nvPr>
            <p:ph type="body" sz="quarter" idx="16"/>
          </p:nvPr>
        </p:nvSpPr>
        <p:spPr>
          <a:xfrm>
            <a:off x="358775" y="3989388"/>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2" name="Text Placeholder 3">
            <a:extLst>
              <a:ext uri="{FF2B5EF4-FFF2-40B4-BE49-F238E27FC236}">
                <a16:creationId xmlns:a16="http://schemas.microsoft.com/office/drawing/2014/main" id="{447F9A9E-BA08-4C8F-96E1-0E7C7D71B398}"/>
              </a:ext>
            </a:extLst>
          </p:cNvPr>
          <p:cNvSpPr>
            <a:spLocks noGrp="1"/>
          </p:cNvSpPr>
          <p:nvPr>
            <p:ph type="body" sz="quarter" idx="17"/>
          </p:nvPr>
        </p:nvSpPr>
        <p:spPr>
          <a:xfrm>
            <a:off x="4662487" y="3989387"/>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3" name="Rectangle 12" descr="{&quot;templafy&quot;:{&quot;id&quot;:&quot;e4895852-1c5c-4754-a233-3eec028fd2a8&quot;}}">
            <a:extLst>
              <a:ext uri="{FF2B5EF4-FFF2-40B4-BE49-F238E27FC236}">
                <a16:creationId xmlns:a16="http://schemas.microsoft.com/office/drawing/2014/main" id="{9387BB4B-AFF2-4440-B25E-89CDD9B79F0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053570038" name="Rectangle 14" descr="{&quot;templafy&quot;:{&quot;id&quot;:&quot;d621d8b6-cd2e-463b-982e-d95c5f8a82fb&quot;}}"/>
          <p:cNvPicPr>
            <a:picLocks noChangeAspect="1"/>
          </p:cNvPicPr>
          <p:nvPr/>
        </p:nvPicPr>
        <p:blipFill>
          <a:blip r:embed="rId2"/>
          <a:stretch>
            <a:fillRect/>
          </a:stretch>
        </p:blipFill>
        <p:spPr>
          <a:xfrm>
            <a:off x="358775" y="4668427"/>
            <a:ext cx="1026000" cy="212400"/>
          </a:xfrm>
          <a:prstGeom prst="rect">
            <a:avLst/>
          </a:prstGeom>
        </p:spPr>
      </p:pic>
      <p:sp>
        <p:nvSpPr>
          <p:cNvPr id="14" name="Rectangle 13" descr="{&quot;templafy&quot;:{&quot;id&quot;:&quot;65b937f8-b6ed-482d-9fcb-89e2ad98182a&quot;}}">
            <a:extLst>
              <a:ext uri="{FF2B5EF4-FFF2-40B4-BE49-F238E27FC236}">
                <a16:creationId xmlns:a16="http://schemas.microsoft.com/office/drawing/2014/main" id="{EF755AF0-F63E-4747-9211-327C44DA029F}"/>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6" name="Rectangle 15" descr="{&quot;templafy&quot;:{&quot;id&quot;:&quot;8e41931c-7f95-42d4-bfa3-9c5f04293069&quot;}}" hidden="1">
            <a:extLst>
              <a:ext uri="{FF2B5EF4-FFF2-40B4-BE49-F238E27FC236}">
                <a16:creationId xmlns:a16="http://schemas.microsoft.com/office/drawing/2014/main" id="{97ACC166-7757-4B59-A180-1D797D03E7B1}"/>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2081201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D8E670C-89F1-48DF-ADBA-904A263650AF}"/>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5AFF4CC-30A2-4B7B-BA9D-1A66D47649F5}"/>
              </a:ext>
            </a:extLst>
          </p:cNvPr>
          <p:cNvSpPr>
            <a:spLocks noGrp="1"/>
          </p:cNvSpPr>
          <p:nvPr>
            <p:ph type="title"/>
          </p:nvPr>
        </p:nvSpPr>
        <p:spPr/>
        <p:txBody>
          <a:bodyPr/>
          <a:lstStyle/>
          <a:p>
            <a:r>
              <a:rPr lang="en-GB"/>
              <a:t>Click to edit Master title style</a:t>
            </a:r>
            <a:endParaRPr lang="en-GB" dirty="0"/>
          </a:p>
        </p:txBody>
      </p:sp>
      <p:sp>
        <p:nvSpPr>
          <p:cNvPr id="5" name="Slide Number Placeholder 4">
            <a:extLst>
              <a:ext uri="{FF2B5EF4-FFF2-40B4-BE49-F238E27FC236}">
                <a16:creationId xmlns:a16="http://schemas.microsoft.com/office/drawing/2014/main" id="{C5D39D30-BB72-44AA-B142-468FFB51D75B}"/>
              </a:ext>
            </a:extLst>
          </p:cNvPr>
          <p:cNvSpPr>
            <a:spLocks noGrp="1"/>
          </p:cNvSpPr>
          <p:nvPr>
            <p:ph type="sldNum" sz="quarter" idx="12"/>
          </p:nvPr>
        </p:nvSpPr>
        <p:spPr/>
        <p:txBody>
          <a:bodyPr/>
          <a:lstStyle/>
          <a:p>
            <a:fld id="{7559FC98-AF75-4A00-A03C-DF9FEBF6BCB9}" type="slidenum">
              <a:rPr lang="en-GB" smtClean="0"/>
              <a:t>‹#›</a:t>
            </a:fld>
            <a:endParaRPr lang="en-GB"/>
          </a:p>
        </p:txBody>
      </p:sp>
      <p:sp>
        <p:nvSpPr>
          <p:cNvPr id="9" name="Rectangle 8" descr="{&quot;templafy&quot;:{&quot;id&quot;:&quot;889eed5e-adc6-4545-a320-e60e7fe89049&quot;}}">
            <a:extLst>
              <a:ext uri="{FF2B5EF4-FFF2-40B4-BE49-F238E27FC236}">
                <a16:creationId xmlns:a16="http://schemas.microsoft.com/office/drawing/2014/main" id="{137F4E36-F083-4FA0-9705-29ABDA1A5220}"/>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038333239" name="Rectangle 9" descr="{&quot;templafy&quot;:{&quot;id&quot;:&quot;3f852e2a-90cd-405b-aa63-881f2da03bb5&quot;}}"/>
          <p:cNvPicPr>
            <a:picLocks noChangeAspect="1"/>
          </p:cNvPicPr>
          <p:nvPr/>
        </p:nvPicPr>
        <p:blipFill>
          <a:blip r:embed="rId2"/>
          <a:stretch>
            <a:fillRect/>
          </a:stretch>
        </p:blipFill>
        <p:spPr>
          <a:xfrm>
            <a:off x="358775" y="4668427"/>
            <a:ext cx="1026000" cy="212400"/>
          </a:xfrm>
          <a:prstGeom prst="rect">
            <a:avLst/>
          </a:prstGeom>
        </p:spPr>
      </p:pic>
      <p:sp>
        <p:nvSpPr>
          <p:cNvPr id="11" name="Rectangle 10" descr="{&quot;templafy&quot;:{&quot;id&quot;:&quot;a606881e-514e-4f57-b14a-3e310a69b4b5&quot;}}">
            <a:extLst>
              <a:ext uri="{FF2B5EF4-FFF2-40B4-BE49-F238E27FC236}">
                <a16:creationId xmlns:a16="http://schemas.microsoft.com/office/drawing/2014/main" id="{3ED3541B-0C4B-4AD3-A0FB-BB276047ADCE}"/>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2" name="Rectangle 11" descr="{&quot;templafy&quot;:{&quot;id&quot;:&quot;d89fcdf5-4b31-4eed-a6ec-a34b7588e3dc&quot;}}" hidden="1">
            <a:extLst>
              <a:ext uri="{FF2B5EF4-FFF2-40B4-BE49-F238E27FC236}">
                <a16:creationId xmlns:a16="http://schemas.microsoft.com/office/drawing/2014/main" id="{87F7EA06-4518-4086-9E1C-ACD1F4782ADD}"/>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38514031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ild Vollfläch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FC11C186-C392-4982-A2C0-7824EE98FA4F}"/>
              </a:ext>
            </a:extLst>
          </p:cNvPr>
          <p:cNvSpPr>
            <a:spLocks noGrp="1"/>
          </p:cNvSpPr>
          <p:nvPr>
            <p:ph type="pic" sz="quarter" idx="10"/>
          </p:nvPr>
        </p:nvSpPr>
        <p:spPr>
          <a:xfrm>
            <a:off x="0" y="0"/>
            <a:ext cx="9144000" cy="5143500"/>
          </a:xfrm>
        </p:spPr>
        <p:txBody>
          <a:bodyPr/>
          <a:lstStyle/>
          <a:p>
            <a:r>
              <a:rPr lang="en-GB"/>
              <a:t>Click icon to add picture</a:t>
            </a:r>
          </a:p>
        </p:txBody>
      </p:sp>
    </p:spTree>
    <p:extLst>
      <p:ext uri="{BB962C8B-B14F-4D97-AF65-F5344CB8AC3E}">
        <p14:creationId xmlns:p14="http://schemas.microsoft.com/office/powerpoint/2010/main" val="34893341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itat schwarze Schrift">
    <p:bg>
      <p:bgPr>
        <a:solidFill>
          <a:schemeClr val="accent2"/>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dirty="0"/>
              <a:t>Click to edit Master text styles</a:t>
            </a:r>
            <a:endParaRPr lang="en-GB"/>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1104120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itat weisse Schrift">
    <p:bg>
      <p:bgPr>
        <a:solidFill>
          <a:schemeClr val="accent3"/>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dirty="0"/>
              <a:t>Click to edit Master text styles</a:t>
            </a:r>
            <a:endParaRPr lang="en-GB"/>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solidFill>
                  <a:schemeClr val="tx1"/>
                </a:solidFill>
              </a:defRPr>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38188518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atement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8000" y="735013"/>
            <a:ext cx="5148000" cy="3728674"/>
          </a:xfrm>
        </p:spPr>
        <p:txBody>
          <a:bodyPr>
            <a:normAutofit/>
          </a:bodyPr>
          <a:lstStyle>
            <a:lvl1pPr>
              <a:lnSpc>
                <a:spcPct val="90000"/>
              </a:lnSpc>
              <a:defRPr sz="7900">
                <a:solidFill>
                  <a:schemeClr val="bg2"/>
                </a:solidFill>
                <a:latin typeface="Gill Sans Nova Light" panose="020B0302020104020203" pitchFamily="34" charset="0"/>
              </a:defRPr>
            </a:lvl1pPr>
          </a:lstStyle>
          <a:p>
            <a:r>
              <a:rPr lang="en-GB"/>
              <a:t>Click to edit Master title style</a:t>
            </a:r>
            <a:endParaRPr lang="en-GB" dirty="0"/>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85585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atement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7998" y="735013"/>
            <a:ext cx="5148000" cy="3728674"/>
          </a:xfrm>
        </p:spPr>
        <p:txBody>
          <a:bodyPr>
            <a:normAutofit/>
          </a:bodyPr>
          <a:lstStyle>
            <a:lvl1pPr>
              <a:lnSpc>
                <a:spcPct val="90000"/>
              </a:lnSpc>
              <a:defRPr sz="7900">
                <a:solidFill>
                  <a:schemeClr val="tx1"/>
                </a:solidFill>
                <a:latin typeface="Gill Sans Nova Light" panose="020B0302020104020203" pitchFamily="34" charset="0"/>
              </a:defRPr>
            </a:lvl1pPr>
          </a:lstStyle>
          <a:p>
            <a:r>
              <a:rPr lang="en-GB"/>
              <a:t>Click to edit Master title style</a:t>
            </a:r>
            <a:endParaRPr lang="en-GB" dirty="0"/>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902494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00218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981B0-6792-4738-ACB8-050730738F15}"/>
              </a:ext>
            </a:extLst>
          </p:cNvPr>
          <p:cNvSpPr>
            <a:spLocks noGrp="1"/>
          </p:cNvSpPr>
          <p:nvPr>
            <p:ph type="title"/>
          </p:nvPr>
        </p:nvSpPr>
        <p:spPr>
          <a:xfrm>
            <a:off x="828000" y="1044000"/>
            <a:ext cx="7957225" cy="685801"/>
          </a:xfrm>
        </p:spPr>
        <p:txBody>
          <a:bodyPr/>
          <a:lstStyle>
            <a:lvl1pPr>
              <a:lnSpc>
                <a:spcPts val="5200"/>
              </a:lnSpc>
              <a:defRPr sz="5000">
                <a:latin typeface="Gill Sans Nova Light" panose="020B0302020104020203" pitchFamily="34" charset="0"/>
              </a:defRPr>
            </a:lvl1pPr>
          </a:lstStyle>
          <a:p>
            <a:r>
              <a:rPr lang="en-GB"/>
              <a:t>Click to edit Master title style</a:t>
            </a:r>
            <a:endParaRPr lang="en-GB" dirty="0"/>
          </a:p>
        </p:txBody>
      </p:sp>
      <p:sp>
        <p:nvSpPr>
          <p:cNvPr id="7" name="Text Placeholder 6">
            <a:extLst>
              <a:ext uri="{FF2B5EF4-FFF2-40B4-BE49-F238E27FC236}">
                <a16:creationId xmlns:a16="http://schemas.microsoft.com/office/drawing/2014/main" id="{D87D0F6F-53A1-4152-9807-5EC1BBC8849C}"/>
              </a:ext>
            </a:extLst>
          </p:cNvPr>
          <p:cNvSpPr>
            <a:spLocks noGrp="1"/>
          </p:cNvSpPr>
          <p:nvPr>
            <p:ph type="body" sz="quarter" idx="13"/>
          </p:nvPr>
        </p:nvSpPr>
        <p:spPr>
          <a:xfrm>
            <a:off x="828000"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8" name="Text Placeholder 6">
            <a:extLst>
              <a:ext uri="{FF2B5EF4-FFF2-40B4-BE49-F238E27FC236}">
                <a16:creationId xmlns:a16="http://schemas.microsoft.com/office/drawing/2014/main" id="{7824BC02-7B0E-4C56-B49A-5A28F9E62BE1}"/>
              </a:ext>
            </a:extLst>
          </p:cNvPr>
          <p:cNvSpPr>
            <a:spLocks noGrp="1"/>
          </p:cNvSpPr>
          <p:nvPr>
            <p:ph type="body" sz="quarter" idx="14"/>
          </p:nvPr>
        </p:nvSpPr>
        <p:spPr>
          <a:xfrm>
            <a:off x="828000"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2" name="Text Placeholder 6">
            <a:extLst>
              <a:ext uri="{FF2B5EF4-FFF2-40B4-BE49-F238E27FC236}">
                <a16:creationId xmlns:a16="http://schemas.microsoft.com/office/drawing/2014/main" id="{ADF580D6-76FA-48E5-A6F9-C7D7F9ECA0CF}"/>
              </a:ext>
            </a:extLst>
          </p:cNvPr>
          <p:cNvSpPr>
            <a:spLocks noGrp="1"/>
          </p:cNvSpPr>
          <p:nvPr>
            <p:ph type="body" sz="quarter" idx="16"/>
          </p:nvPr>
        </p:nvSpPr>
        <p:spPr>
          <a:xfrm>
            <a:off x="2886816"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3" name="Text Placeholder 6">
            <a:extLst>
              <a:ext uri="{FF2B5EF4-FFF2-40B4-BE49-F238E27FC236}">
                <a16:creationId xmlns:a16="http://schemas.microsoft.com/office/drawing/2014/main" id="{D6CE2E2F-1BA4-4018-8B3C-5192B4A35E20}"/>
              </a:ext>
            </a:extLst>
          </p:cNvPr>
          <p:cNvSpPr>
            <a:spLocks noGrp="1"/>
          </p:cNvSpPr>
          <p:nvPr>
            <p:ph type="body" sz="quarter" idx="17"/>
          </p:nvPr>
        </p:nvSpPr>
        <p:spPr>
          <a:xfrm>
            <a:off x="2886816"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4" name="Text Placeholder 6">
            <a:extLst>
              <a:ext uri="{FF2B5EF4-FFF2-40B4-BE49-F238E27FC236}">
                <a16:creationId xmlns:a16="http://schemas.microsoft.com/office/drawing/2014/main" id="{9780CD93-461B-4895-AFE1-B11CB717CAC3}"/>
              </a:ext>
            </a:extLst>
          </p:cNvPr>
          <p:cNvSpPr>
            <a:spLocks noGrp="1"/>
          </p:cNvSpPr>
          <p:nvPr>
            <p:ph type="body" sz="quarter" idx="18"/>
          </p:nvPr>
        </p:nvSpPr>
        <p:spPr>
          <a:xfrm>
            <a:off x="4945933"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5" name="Text Placeholder 6">
            <a:extLst>
              <a:ext uri="{FF2B5EF4-FFF2-40B4-BE49-F238E27FC236}">
                <a16:creationId xmlns:a16="http://schemas.microsoft.com/office/drawing/2014/main" id="{7670DE1A-52CE-4331-B7C3-9D35588A2926}"/>
              </a:ext>
            </a:extLst>
          </p:cNvPr>
          <p:cNvSpPr>
            <a:spLocks noGrp="1"/>
          </p:cNvSpPr>
          <p:nvPr>
            <p:ph type="body" sz="quarter" idx="19"/>
          </p:nvPr>
        </p:nvSpPr>
        <p:spPr>
          <a:xfrm>
            <a:off x="4945933"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pic>
        <p:nvPicPr>
          <p:cNvPr id="871943916" name="Rectangle 10" descr="{&quot;templafy&quot;:{&quot;id&quot;:&quot;a40dda36-18a9-40da-9166-9a47a867251f&quot;}}"/>
          <p:cNvPicPr>
            <a:picLocks noChangeAspect="1"/>
          </p:cNvPicPr>
          <p:nvPr/>
        </p:nvPicPr>
        <p:blipFill>
          <a:blip r:embed="rId2"/>
          <a:stretch>
            <a:fillRect/>
          </a:stretch>
        </p:blipFill>
        <p:spPr>
          <a:xfrm>
            <a:off x="798816" y="4048055"/>
            <a:ext cx="2221200" cy="460800"/>
          </a:xfrm>
          <a:prstGeom prst="rect">
            <a:avLst/>
          </a:prstGeom>
        </p:spPr>
      </p:pic>
      <p:sp>
        <p:nvSpPr>
          <p:cNvPr id="3" name="Rectangle 2" descr="{&quot;templafy&quot;:{&quot;id&quot;:&quot;239d4f55-1bac-4607-8b11-947c6c77cd46&quot;}}">
            <a:extLst>
              <a:ext uri="{FF2B5EF4-FFF2-40B4-BE49-F238E27FC236}">
                <a16:creationId xmlns:a16="http://schemas.microsoft.com/office/drawing/2014/main" id="{36F02173-B0F5-4193-B6FF-8607454762B4}"/>
              </a:ext>
            </a:extLst>
          </p:cNvPr>
          <p:cNvSpPr/>
          <p:nvPr userDrawn="1"/>
        </p:nvSpPr>
        <p:spPr>
          <a:xfrm>
            <a:off x="4945930" y="3515014"/>
            <a:ext cx="2038450" cy="99128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lstStyle/>
          <a:p>
            <a:pPr algn="l">
              <a:lnSpc>
                <a:spcPts val="1200"/>
              </a:lnSpc>
            </a:pPr>
            <a:r>
              <a:rPr lang="en-GB" sz="1000" dirty="0">
                <a:solidFill>
                  <a:schemeClr val="tx1"/>
                </a:solidFill>
              </a:rPr>
              <a:t>School of Computer Science (SCS-HSG) 
Rosenbergstrasse 30 
9000 St.Gallen 
unisg.ch/de/universitaet/schools/informatik</a:t>
            </a:r>
          </a:p>
        </p:txBody>
      </p:sp>
    </p:spTree>
    <p:extLst>
      <p:ext uri="{BB962C8B-B14F-4D97-AF65-F5344CB8AC3E}">
        <p14:creationId xmlns:p14="http://schemas.microsoft.com/office/powerpoint/2010/main" val="5187094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072C7-786E-4CDF-B498-A0E43C94C174}"/>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627AB401-27B1-4459-8033-ADE495ECDD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63339B70-EA91-4D1E-AD6F-9A1F4FF36CD8}"/>
              </a:ext>
            </a:extLst>
          </p:cNvPr>
          <p:cNvSpPr>
            <a:spLocks noGrp="1"/>
          </p:cNvSpPr>
          <p:nvPr>
            <p:ph type="sldNum" sz="quarter" idx="12"/>
          </p:nvPr>
        </p:nvSpPr>
        <p:spPr/>
        <p:txBody>
          <a:bodyPr/>
          <a:lstStyle/>
          <a:p>
            <a:fld id="{7559FC98-AF75-4A00-A03C-DF9FEBF6BCB9}" type="slidenum">
              <a:rPr lang="en-GB" smtClean="0"/>
              <a:t>‹#›</a:t>
            </a:fld>
            <a:endParaRPr lang="en-GB"/>
          </a:p>
        </p:txBody>
      </p:sp>
      <p:sp>
        <p:nvSpPr>
          <p:cNvPr id="7" name="Rectangle 6" descr="{&quot;templafy&quot;:{&quot;id&quot;:&quot;313b8357-6b18-490c-9533-a6c0ee071962&quot;}}">
            <a:extLst>
              <a:ext uri="{FF2B5EF4-FFF2-40B4-BE49-F238E27FC236}">
                <a16:creationId xmlns:a16="http://schemas.microsoft.com/office/drawing/2014/main" id="{BB3C8683-B834-4D63-9D68-06A85DD6080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Tree>
    <p:extLst>
      <p:ext uri="{BB962C8B-B14F-4D97-AF65-F5344CB8AC3E}">
        <p14:creationId xmlns:p14="http://schemas.microsoft.com/office/powerpoint/2010/main" val="18372074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A27F37-4AAD-450C-8838-DE5B9F07D8B8}"/>
              </a:ext>
            </a:extLst>
          </p:cNvPr>
          <p:cNvSpPr>
            <a:spLocks noGrp="1"/>
          </p:cNvSpPr>
          <p:nvPr>
            <p:ph type="title" orient="vert"/>
          </p:nvPr>
        </p:nvSpPr>
        <p:spPr>
          <a:xfrm>
            <a:off x="6543675" y="273844"/>
            <a:ext cx="1971675" cy="4358879"/>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99286A52-83BF-4684-B707-32690AD3C036}"/>
              </a:ext>
            </a:extLst>
          </p:cNvPr>
          <p:cNvSpPr>
            <a:spLocks noGrp="1"/>
          </p:cNvSpPr>
          <p:nvPr>
            <p:ph type="body" orient="vert" idx="1"/>
          </p:nvPr>
        </p:nvSpPr>
        <p:spPr>
          <a:xfrm>
            <a:off x="628650" y="273844"/>
            <a:ext cx="5800725" cy="435887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BC25666C-0F9A-44A4-B3AC-35B212491C34}"/>
              </a:ext>
            </a:extLst>
          </p:cNvPr>
          <p:cNvSpPr>
            <a:spLocks noGrp="1"/>
          </p:cNvSpPr>
          <p:nvPr>
            <p:ph type="sldNum" sz="quarter" idx="12"/>
          </p:nvPr>
        </p:nvSpPr>
        <p:spPr/>
        <p:txBody>
          <a:bodyPr/>
          <a:lstStyle/>
          <a:p>
            <a:fld id="{7559FC98-AF75-4A00-A03C-DF9FEBF6BCB9}" type="slidenum">
              <a:rPr lang="en-GB" smtClean="0"/>
              <a:t>‹#›</a:t>
            </a:fld>
            <a:endParaRPr lang="en-GB"/>
          </a:p>
        </p:txBody>
      </p:sp>
      <p:sp>
        <p:nvSpPr>
          <p:cNvPr id="7" name="Rectangle 6" descr="{&quot;templafy&quot;:{&quot;id&quot;:&quot;987706d0-0020-48f8-abb7-fa71e92ba907&quot;}}">
            <a:extLst>
              <a:ext uri="{FF2B5EF4-FFF2-40B4-BE49-F238E27FC236}">
                <a16:creationId xmlns:a16="http://schemas.microsoft.com/office/drawing/2014/main" id="{D21A4773-433D-4BA4-8284-587A192E038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Tree>
    <p:extLst>
      <p:ext uri="{BB962C8B-B14F-4D97-AF65-F5344CB8AC3E}">
        <p14:creationId xmlns:p14="http://schemas.microsoft.com/office/powerpoint/2010/main" val="851528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501321-794C-47B8-ABDC-7DAF88C9DC68}"/>
              </a:ext>
            </a:extLst>
          </p:cNvPr>
          <p:cNvSpPr>
            <a:spLocks noGrp="1"/>
          </p:cNvSpPr>
          <p:nvPr>
            <p:ph type="title"/>
          </p:nvPr>
        </p:nvSpPr>
        <p:spPr>
          <a:xfrm>
            <a:off x="358775" y="376238"/>
            <a:ext cx="8426450" cy="609662"/>
          </a:xfrm>
          <a:prstGeom prst="rect">
            <a:avLst/>
          </a:prstGeom>
        </p:spPr>
        <p:txBody>
          <a:bodyPr vert="horz" lIns="0" tIns="0" rIns="0" bIns="0" rtlCol="0" anchor="t">
            <a:no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076F94A2-50F8-430F-B46C-2D50472D7A69}"/>
              </a:ext>
            </a:extLst>
          </p:cNvPr>
          <p:cNvSpPr>
            <a:spLocks noGrp="1"/>
          </p:cNvSpPr>
          <p:nvPr>
            <p:ph type="body" idx="1"/>
          </p:nvPr>
        </p:nvSpPr>
        <p:spPr>
          <a:xfrm>
            <a:off x="358775" y="1276350"/>
            <a:ext cx="8426450" cy="3203575"/>
          </a:xfrm>
          <a:prstGeom prst="rect">
            <a:avLst/>
          </a:prstGeom>
        </p:spPr>
        <p:txBody>
          <a:bodyPr vert="horz" lIns="0" tIns="0" rIns="0" bIns="0" rtlCol="0">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4" name="Date Placeholder 3">
            <a:extLst>
              <a:ext uri="{FF2B5EF4-FFF2-40B4-BE49-F238E27FC236}">
                <a16:creationId xmlns:a16="http://schemas.microsoft.com/office/drawing/2014/main" id="{A01CEDF7-309C-40F3-8700-9F4DBE766E2C}"/>
              </a:ext>
            </a:extLst>
          </p:cNvPr>
          <p:cNvSpPr>
            <a:spLocks noGrp="1"/>
          </p:cNvSpPr>
          <p:nvPr>
            <p:ph type="dt" sz="half" idx="2"/>
          </p:nvPr>
        </p:nvSpPr>
        <p:spPr>
          <a:xfrm>
            <a:off x="6804000" y="4770375"/>
            <a:ext cx="1177196" cy="184336"/>
          </a:xfrm>
          <a:prstGeom prst="rect">
            <a:avLst/>
          </a:prstGeom>
        </p:spPr>
        <p:txBody>
          <a:bodyPr vert="horz" lIns="0" tIns="0" rIns="0" bIns="0" rtlCol="0" anchor="t"/>
          <a:lstStyle>
            <a:lvl1pPr algn="l">
              <a:defRPr sz="800">
                <a:solidFill>
                  <a:schemeClr val="tx1"/>
                </a:solidFill>
              </a:defRPr>
            </a:lvl1pPr>
          </a:lstStyle>
          <a:p>
            <a:fld id="{ED8FFC02-F414-406A-9AF9-AE6E7846E736}" type="datetime4">
              <a:rPr lang="en-GB" smtClean="0"/>
              <a:t>12 April 2026</a:t>
            </a:fld>
            <a:endParaRPr lang="en-GB" dirty="0"/>
          </a:p>
        </p:txBody>
      </p:sp>
      <p:sp>
        <p:nvSpPr>
          <p:cNvPr id="5" name="Footer Placeholder 4">
            <a:extLst>
              <a:ext uri="{FF2B5EF4-FFF2-40B4-BE49-F238E27FC236}">
                <a16:creationId xmlns:a16="http://schemas.microsoft.com/office/drawing/2014/main" id="{867B08D8-7EDB-4388-A7EE-8AB294EA7887}"/>
              </a:ext>
            </a:extLst>
          </p:cNvPr>
          <p:cNvSpPr>
            <a:spLocks noGrp="1"/>
          </p:cNvSpPr>
          <p:nvPr>
            <p:ph type="ftr" sz="quarter" idx="3"/>
          </p:nvPr>
        </p:nvSpPr>
        <p:spPr>
          <a:xfrm>
            <a:off x="2519999" y="4770374"/>
            <a:ext cx="3086100" cy="184335"/>
          </a:xfrm>
          <a:prstGeom prst="rect">
            <a:avLst/>
          </a:prstGeom>
        </p:spPr>
        <p:txBody>
          <a:bodyPr vert="horz" lIns="0" tIns="0" rIns="0" bIns="0" rtlCol="0" anchor="t"/>
          <a:lstStyle>
            <a:lvl1pPr algn="l">
              <a:defRPr sz="800">
                <a:solidFill>
                  <a:schemeClr val="tx1"/>
                </a:solidFill>
              </a:defRPr>
            </a:lvl1pPr>
          </a:lstStyle>
          <a:p>
            <a:r>
              <a:rPr lang="en-GB"/>
              <a:t>Corporate Design - Power Point Master</a:t>
            </a:r>
            <a:endParaRPr lang="en-GB" dirty="0"/>
          </a:p>
        </p:txBody>
      </p:sp>
      <p:sp>
        <p:nvSpPr>
          <p:cNvPr id="6" name="Slide Number Placeholder 5">
            <a:extLst>
              <a:ext uri="{FF2B5EF4-FFF2-40B4-BE49-F238E27FC236}">
                <a16:creationId xmlns:a16="http://schemas.microsoft.com/office/drawing/2014/main" id="{7A26C2A0-BCAA-4FD2-BD67-F5225215B65D}"/>
              </a:ext>
            </a:extLst>
          </p:cNvPr>
          <p:cNvSpPr>
            <a:spLocks noGrp="1"/>
          </p:cNvSpPr>
          <p:nvPr>
            <p:ph type="sldNum" sz="quarter" idx="4"/>
          </p:nvPr>
        </p:nvSpPr>
        <p:spPr>
          <a:xfrm>
            <a:off x="8571600" y="4767263"/>
            <a:ext cx="216000" cy="273844"/>
          </a:xfrm>
          <a:prstGeom prst="rect">
            <a:avLst/>
          </a:prstGeom>
        </p:spPr>
        <p:txBody>
          <a:bodyPr vert="horz" lIns="0" tIns="0" rIns="0" bIns="0" rtlCol="0" anchor="t"/>
          <a:lstStyle>
            <a:lvl1pPr algn="ctr">
              <a:defRPr sz="800" spc="-30" baseline="0">
                <a:solidFill>
                  <a:schemeClr val="bg2"/>
                </a:solidFill>
              </a:defRPr>
            </a:lvl1pPr>
          </a:lstStyle>
          <a:p>
            <a:fld id="{7559FC98-AF75-4A00-A03C-DF9FEBF6BCB9}" type="slidenum">
              <a:rPr lang="en-GB" smtClean="0"/>
              <a:pPr/>
              <a:t>‹#›</a:t>
            </a:fld>
            <a:endParaRPr lang="en-GB" dirty="0"/>
          </a:p>
        </p:txBody>
      </p:sp>
    </p:spTree>
    <p:extLst>
      <p:ext uri="{BB962C8B-B14F-4D97-AF65-F5344CB8AC3E}">
        <p14:creationId xmlns:p14="http://schemas.microsoft.com/office/powerpoint/2010/main" val="4246037650"/>
      </p:ext>
    </p:extLst>
  </p:cSld>
  <p:clrMap bg1="lt1" tx1="dk1" bg2="lt2" tx2="dk2" accent1="accent1" accent2="accent2" accent3="accent3" accent4="accent4" accent5="accent5" accent6="accent6" hlink="hlink" folHlink="folHlink"/>
  <p:sldLayoutIdLst>
    <p:sldLayoutId id="2147483661" r:id="rId1"/>
    <p:sldLayoutId id="2147483688" r:id="rId2"/>
    <p:sldLayoutId id="2147483689" r:id="rId3"/>
    <p:sldLayoutId id="2147483677" r:id="rId4"/>
    <p:sldLayoutId id="2147483663" r:id="rId5"/>
    <p:sldLayoutId id="2147483686" r:id="rId6"/>
    <p:sldLayoutId id="2147483664" r:id="rId7"/>
    <p:sldLayoutId id="2147483662" r:id="rId8"/>
    <p:sldLayoutId id="2147483672" r:id="rId9"/>
    <p:sldLayoutId id="2147483673" r:id="rId10"/>
    <p:sldLayoutId id="2147483666" r:id="rId11"/>
    <p:sldLayoutId id="2147483680" r:id="rId12"/>
    <p:sldLayoutId id="2147483678" r:id="rId13"/>
    <p:sldLayoutId id="2147483679" r:id="rId14"/>
    <p:sldLayoutId id="2147483675" r:id="rId15"/>
    <p:sldLayoutId id="2147483683" r:id="rId16"/>
    <p:sldLayoutId id="2147483667" r:id="rId17"/>
    <p:sldLayoutId id="2147483681" r:id="rId18"/>
    <p:sldLayoutId id="2147483670" r:id="rId19"/>
    <p:sldLayoutId id="2147483671" r:id="rId20"/>
  </p:sldLayoutIdLst>
  <p:hf hdr="0"/>
  <p:txStyles>
    <p:titleStyle>
      <a:lvl1pPr algn="l" defTabSz="6858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400" kern="1200">
          <a:solidFill>
            <a:schemeClr val="tx1"/>
          </a:solidFill>
          <a:latin typeface="+mn-lt"/>
          <a:ea typeface="+mn-ea"/>
          <a:cs typeface="+mn-cs"/>
        </a:defRPr>
      </a:lvl1pPr>
      <a:lvl2pPr marL="18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3pPr>
      <a:lvl4pPr marL="90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4pPr>
      <a:lvl5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5pPr>
      <a:lvl6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6pPr>
      <a:lvl7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7pPr>
      <a:lvl8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8pPr>
      <a:lvl9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9pPr>
    </p:bodyStyle>
    <p:other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03">
          <p15:clr>
            <a:srgbClr val="F26B43"/>
          </p15:clr>
        </p15:guide>
        <p15:guide id="3" pos="226">
          <p15:clr>
            <a:srgbClr val="F26B43"/>
          </p15:clr>
        </p15:guide>
        <p15:guide id="4" pos="5534">
          <p15:clr>
            <a:srgbClr val="F26B43"/>
          </p15:clr>
        </p15:guide>
        <p15:guide id="5" orient="horz" pos="237">
          <p15:clr>
            <a:srgbClr val="F26B43"/>
          </p15:clr>
        </p15:guide>
        <p15:guide id="6" orient="horz" pos="804" userDrawn="1">
          <p15:clr>
            <a:srgbClr val="F26B43"/>
          </p15:clr>
        </p15:guide>
        <p15:guide id="7" orient="horz" pos="2822">
          <p15:clr>
            <a:srgbClr val="F26B43"/>
          </p15:clr>
        </p15:guide>
        <p15:guide id="8" pos="2823">
          <p15:clr>
            <a:srgbClr val="F26B43"/>
          </p15:clr>
        </p15:guide>
        <p15:guide id="9" pos="2937">
          <p15:clr>
            <a:srgbClr val="F26B43"/>
          </p15:clr>
        </p15:guide>
        <p15:guide id="10" orient="horz" pos="46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CryptoFlow</a:t>
            </a:r>
            <a:br/>
            <a:r>
              <a:t>Event-Driven &amp; Process-Oriented Crypto Portfolio Platform</a:t>
            </a:r>
          </a:p>
        </p:txBody>
      </p:sp>
      <p:sp>
        <p:nvSpPr>
          <p:cNvPr id="3" name="Text Placeholder 2"/>
          <p:cNvSpPr>
            <a:spLocks noGrp="1"/>
          </p:cNvSpPr>
          <p:nvPr>
            <p:ph type="body" sz="quarter" idx="10"/>
          </p:nvPr>
        </p:nvSpPr>
        <p:spPr>
          <a:xfrm>
            <a:off x="831026" y="3123868"/>
            <a:ext cx="4226165" cy="1356057"/>
          </a:xfrm>
        </p:spPr>
        <p:txBody>
          <a:bodyPr/>
          <a:lstStyle/>
          <a:p>
            <a:r>
              <a:rPr dirty="0"/>
              <a:t>EDPO Project FS26</a:t>
            </a:r>
          </a:p>
          <a:p>
            <a:r>
              <a:rPr dirty="0" err="1"/>
              <a:t>St.Gallen</a:t>
            </a:r>
            <a:r>
              <a:rPr dirty="0"/>
              <a:t>  |</a:t>
            </a:r>
            <a:r>
              <a:rPr lang="de-DE" dirty="0"/>
              <a:t>  Ioannis Theodosiadis &amp; Cyril Gabriele</a:t>
            </a:r>
          </a:p>
        </p:txBody>
      </p:sp>
      <p:sp>
        <p:nvSpPr>
          <p:cNvPr id="4" name="Textfeld 3">
            <a:extLst>
              <a:ext uri="{FF2B5EF4-FFF2-40B4-BE49-F238E27FC236}">
                <a16:creationId xmlns:a16="http://schemas.microsoft.com/office/drawing/2014/main" id="{0588E076-9A95-F049-83FB-7C186FFA0C59}"/>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a:t>
            </a:fld>
            <a:endParaRPr lang="de-DE" sz="1200" dirty="0">
              <a:solidFill>
                <a:schemeClr val="bg1"/>
              </a:solidFill>
            </a:endParaRPr>
          </a:p>
        </p:txBody>
      </p:sp>
      <p:sp>
        <p:nvSpPr>
          <p:cNvPr id="7" name="Textfeld 6">
            <a:extLst>
              <a:ext uri="{FF2B5EF4-FFF2-40B4-BE49-F238E27FC236}">
                <a16:creationId xmlns:a16="http://schemas.microsoft.com/office/drawing/2014/main" id="{D54DB770-45AC-6BD7-FD7D-210AE17DB5AB}"/>
              </a:ext>
            </a:extLst>
          </p:cNvPr>
          <p:cNvSpPr txBox="1"/>
          <p:nvPr/>
        </p:nvSpPr>
        <p:spPr>
          <a:xfrm>
            <a:off x="8559282" y="6263951"/>
            <a:ext cx="184731" cy="300082"/>
          </a:xfrm>
          <a:prstGeom prst="rect">
            <a:avLst/>
          </a:prstGeom>
          <a:noFill/>
        </p:spPr>
        <p:txBody>
          <a:bodyPr wrap="none" rtlCol="0">
            <a:spAutoFit/>
          </a:bodyPr>
          <a:lstStyle/>
          <a:p>
            <a:endParaRPr lang="de-DE"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CryptoFlow?</a:t>
            </a:r>
          </a:p>
        </p:txBody>
      </p:sp>
      <p:sp>
        <p:nvSpPr>
          <p:cNvPr id="3" name="Content Placeholder 2"/>
          <p:cNvSpPr>
            <a:spLocks noGrp="1"/>
          </p:cNvSpPr>
          <p:nvPr>
            <p:ph idx="1"/>
          </p:nvPr>
        </p:nvSpPr>
        <p:spPr/>
        <p:txBody>
          <a:bodyPr wrap="square"/>
          <a:lstStyle/>
          <a:p>
            <a:r>
              <a:rPr sz="2000" dirty="0"/>
              <a:t>Crypto portfolio simulation platform </a:t>
            </a:r>
            <a:r>
              <a:rPr lang="en-US" sz="2000" dirty="0"/>
              <a:t>-</a:t>
            </a:r>
            <a:r>
              <a:rPr sz="2000" dirty="0"/>
              <a:t> not a production exchange</a:t>
            </a:r>
          </a:p>
          <a:p>
            <a:r>
              <a:rPr sz="2000" dirty="0"/>
              <a:t>Users register, observe live market prices, manage portfolios, place simulated trades</a:t>
            </a:r>
          </a:p>
          <a:p>
            <a:r>
              <a:rPr sz="2000" dirty="0"/>
              <a:t>Case study for applying EDPO concepts in one coherent end-to-end system</a:t>
            </a:r>
          </a:p>
        </p:txBody>
      </p:sp>
      <p:sp>
        <p:nvSpPr>
          <p:cNvPr id="6" name="Textfeld 5">
            <a:extLst>
              <a:ext uri="{FF2B5EF4-FFF2-40B4-BE49-F238E27FC236}">
                <a16:creationId xmlns:a16="http://schemas.microsoft.com/office/drawing/2014/main" id="{555FDD3D-BEE5-908B-BFE4-466CE7719974}"/>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2</a:t>
            </a:fld>
            <a:endParaRPr lang="de-DE" sz="1200"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context-map.jpeg"/>
          <p:cNvPicPr>
            <a:picLocks noChangeAspect="1"/>
          </p:cNvPicPr>
          <p:nvPr/>
        </p:nvPicPr>
        <p:blipFill>
          <a:blip r:embed="rId3"/>
          <a:stretch>
            <a:fillRect/>
          </a:stretch>
        </p:blipFill>
        <p:spPr>
          <a:xfrm>
            <a:off x="3949960" y="572946"/>
            <a:ext cx="4649216" cy="3997607"/>
          </a:xfrm>
          <a:prstGeom prst="rect">
            <a:avLst/>
          </a:prstGeom>
        </p:spPr>
      </p:pic>
      <p:sp>
        <p:nvSpPr>
          <p:cNvPr id="2" name="Title 1"/>
          <p:cNvSpPr>
            <a:spLocks noGrp="1"/>
          </p:cNvSpPr>
          <p:nvPr>
            <p:ph type="title"/>
          </p:nvPr>
        </p:nvSpPr>
        <p:spPr/>
        <p:txBody>
          <a:bodyPr/>
          <a:lstStyle/>
          <a:p>
            <a:r>
              <a:rPr dirty="0"/>
              <a:t>Domain </a:t>
            </a:r>
            <a:r>
              <a:rPr lang="de-CH" dirty="0"/>
              <a:t>-</a:t>
            </a:r>
            <a:r>
              <a:rPr dirty="0"/>
              <a:t> Five Bounded Contexts</a:t>
            </a:r>
          </a:p>
        </p:txBody>
      </p:sp>
      <p:sp>
        <p:nvSpPr>
          <p:cNvPr id="3" name="Content Placeholder 2"/>
          <p:cNvSpPr>
            <a:spLocks noGrp="1"/>
          </p:cNvSpPr>
          <p:nvPr>
            <p:ph sz="half" idx="1"/>
          </p:nvPr>
        </p:nvSpPr>
        <p:spPr/>
        <p:txBody>
          <a:bodyPr wrap="square"/>
          <a:lstStyle/>
          <a:p>
            <a:r>
              <a:rPr sz="1600" dirty="0"/>
              <a:t>Market Data </a:t>
            </a:r>
            <a:r>
              <a:rPr lang="en-US" sz="1600" dirty="0"/>
              <a:t>-</a:t>
            </a:r>
            <a:r>
              <a:rPr sz="1600" dirty="0"/>
              <a:t> upstream price feed</a:t>
            </a:r>
          </a:p>
          <a:p>
            <a:r>
              <a:rPr sz="1600" dirty="0"/>
              <a:t>Portfolio </a:t>
            </a:r>
            <a:r>
              <a:rPr lang="en-US" sz="1600" dirty="0"/>
              <a:t>-</a:t>
            </a:r>
            <a:r>
              <a:rPr sz="1600" dirty="0"/>
              <a:t> holdings &amp; valuation</a:t>
            </a:r>
          </a:p>
          <a:p>
            <a:r>
              <a:rPr sz="1600" dirty="0"/>
              <a:t>Trading </a:t>
            </a:r>
            <a:r>
              <a:rPr lang="en-US" sz="1600" dirty="0"/>
              <a:t>-</a:t>
            </a:r>
            <a:r>
              <a:rPr sz="1600" dirty="0"/>
              <a:t> order lifecycle</a:t>
            </a:r>
          </a:p>
          <a:p>
            <a:r>
              <a:rPr sz="1600" dirty="0"/>
              <a:t>User Identity </a:t>
            </a:r>
            <a:r>
              <a:rPr lang="en-US" sz="1600" dirty="0"/>
              <a:t>-</a:t>
            </a:r>
            <a:r>
              <a:rPr sz="1600" dirty="0"/>
              <a:t> accounts &amp; confirmation</a:t>
            </a:r>
          </a:p>
          <a:p>
            <a:r>
              <a:rPr sz="1600" dirty="0"/>
              <a:t>Onboarding </a:t>
            </a:r>
            <a:r>
              <a:rPr lang="en-US" sz="1600" dirty="0"/>
              <a:t>-</a:t>
            </a:r>
            <a:r>
              <a:rPr sz="1600" dirty="0"/>
              <a:t> saga orchestrator</a:t>
            </a:r>
          </a:p>
          <a:p>
            <a:pPr lvl="1"/>
            <a:r>
              <a:rPr sz="1400" dirty="0"/>
              <a:t>Upstream/downstream relationships</a:t>
            </a:r>
          </a:p>
          <a:p>
            <a:pPr lvl="1"/>
            <a:r>
              <a:rPr sz="1400" dirty="0"/>
              <a:t>Partnership: User ↔ Portfolio (compensation)</a:t>
            </a:r>
          </a:p>
          <a:p>
            <a:pPr lvl="1"/>
            <a:r>
              <a:rPr sz="1400" dirty="0"/>
              <a:t>Shared kernel: shared-events module</a:t>
            </a:r>
          </a:p>
        </p:txBody>
      </p:sp>
      <p:sp>
        <p:nvSpPr>
          <p:cNvPr id="6" name="Textfeld 5">
            <a:extLst>
              <a:ext uri="{FF2B5EF4-FFF2-40B4-BE49-F238E27FC236}">
                <a16:creationId xmlns:a16="http://schemas.microsoft.com/office/drawing/2014/main" id="{206DAC41-7803-FE50-DBED-19B0DA1B0034}"/>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3</a:t>
            </a:fld>
            <a:endParaRPr lang="de-DE" sz="120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Overview</a:t>
            </a:r>
          </a:p>
        </p:txBody>
      </p:sp>
      <p:sp>
        <p:nvSpPr>
          <p:cNvPr id="3" name="Content Placeholder 2"/>
          <p:cNvSpPr>
            <a:spLocks noGrp="1"/>
          </p:cNvSpPr>
          <p:nvPr>
            <p:ph sz="half" idx="1"/>
          </p:nvPr>
        </p:nvSpPr>
        <p:spPr/>
        <p:txBody>
          <a:bodyPr wrap="square"/>
          <a:lstStyle/>
          <a:p>
            <a:r>
              <a:rPr sz="1600"/>
              <a:t>5 Spring Boot microservices in Docker Compose</a:t>
            </a:r>
          </a:p>
          <a:p>
            <a:r>
              <a:rPr sz="1600"/>
              <a:t>Two communication channels: Kafka + Zeebe</a:t>
            </a:r>
          </a:p>
          <a:p>
            <a:r>
              <a:rPr sz="1600"/>
              <a:t>No synchronous inter-service calls for domain ops</a:t>
            </a:r>
          </a:p>
          <a:p>
            <a:r>
              <a:rPr sz="1600"/>
              <a:t>REST only for external clients</a:t>
            </a:r>
          </a:p>
          <a:p>
            <a:r>
              <a:rPr sz="1600"/>
              <a:t>Database-per-service (3× PostgreSQL)</a:t>
            </a:r>
          </a:p>
          <a:p>
            <a:pPr lvl="1"/>
            <a:r>
              <a:rPr sz="1400"/>
              <a:t>Market Data and Onboarding are stateless</a:t>
            </a:r>
          </a:p>
        </p:txBody>
      </p:sp>
      <p:pic>
        <p:nvPicPr>
          <p:cNvPr id="4" name="Picture 3" descr="deployment-overview.png"/>
          <p:cNvPicPr>
            <a:picLocks noChangeAspect="1"/>
          </p:cNvPicPr>
          <p:nvPr/>
        </p:nvPicPr>
        <p:blipFill>
          <a:blip r:embed="rId3"/>
          <a:stretch>
            <a:fillRect/>
          </a:stretch>
        </p:blipFill>
        <p:spPr>
          <a:xfrm>
            <a:off x="4328413" y="1586204"/>
            <a:ext cx="4674525" cy="2233173"/>
          </a:xfrm>
          <a:prstGeom prst="rect">
            <a:avLst/>
          </a:prstGeom>
        </p:spPr>
      </p:pic>
      <p:sp>
        <p:nvSpPr>
          <p:cNvPr id="6" name="Textfeld 5">
            <a:extLst>
              <a:ext uri="{FF2B5EF4-FFF2-40B4-BE49-F238E27FC236}">
                <a16:creationId xmlns:a16="http://schemas.microsoft.com/office/drawing/2014/main" id="{682696F7-4BE1-94C6-E9AF-66845B9A5CA9}"/>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4</a:t>
            </a:fld>
            <a:endParaRPr lang="de-DE" sz="1200"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Event-Driven Communication (High Level)</a:t>
            </a:r>
          </a:p>
        </p:txBody>
      </p:sp>
      <p:sp>
        <p:nvSpPr>
          <p:cNvPr id="3" name="Content Placeholder 2"/>
          <p:cNvSpPr>
            <a:spLocks noGrp="1"/>
          </p:cNvSpPr>
          <p:nvPr>
            <p:ph idx="1"/>
          </p:nvPr>
        </p:nvSpPr>
        <p:spPr/>
        <p:txBody>
          <a:bodyPr wrap="square"/>
          <a:lstStyle/>
          <a:p>
            <a:r>
              <a:rPr sz="1800"/>
              <a:t>Kafka as the sole inter-service event bus (ADR-0001)</a:t>
            </a:r>
          </a:p>
          <a:p>
            <a:r>
              <a:rPr sz="1800"/>
              <a:t>6 topics: price ticks, approved orders, user confirmations, compensation (×2), DLT</a:t>
            </a:r>
          </a:p>
          <a:p>
            <a:r>
              <a:rPr sz="1800"/>
              <a:t>Event-Carried State Transfer in 4 places</a:t>
            </a:r>
          </a:p>
          <a:p>
            <a:pPr lvl="1"/>
            <a:r>
              <a:rPr sz="1600"/>
              <a:t>Price cache, portfolio updates, compensation events, replicated user validation</a:t>
            </a:r>
          </a:p>
          <a:p>
            <a:r>
              <a:rPr sz="1800"/>
              <a:t>Key config: acks=all, auto.offset.reset=earliest, manual commit, DLT after 3 attempts</a:t>
            </a:r>
          </a:p>
        </p:txBody>
      </p:sp>
      <p:sp>
        <p:nvSpPr>
          <p:cNvPr id="5" name="Textfeld 4">
            <a:extLst>
              <a:ext uri="{FF2B5EF4-FFF2-40B4-BE49-F238E27FC236}">
                <a16:creationId xmlns:a16="http://schemas.microsoft.com/office/drawing/2014/main" id="{5C3952B6-AC9F-B8FA-A1F9-A98C7D7E351B}"/>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5</a:t>
            </a:fld>
            <a:endParaRPr lang="de-DE" sz="1200"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Kafka Experiments </a:t>
            </a:r>
            <a:r>
              <a:rPr lang="en-US" dirty="0"/>
              <a:t>-</a:t>
            </a:r>
            <a:r>
              <a:rPr dirty="0"/>
              <a:t> Assignment 1 (Summary)</a:t>
            </a:r>
          </a:p>
        </p:txBody>
      </p:sp>
      <p:sp>
        <p:nvSpPr>
          <p:cNvPr id="3" name="Content Placeholder 2"/>
          <p:cNvSpPr>
            <a:spLocks noGrp="1"/>
          </p:cNvSpPr>
          <p:nvPr>
            <p:ph idx="1"/>
          </p:nvPr>
        </p:nvSpPr>
        <p:spPr/>
        <p:txBody>
          <a:bodyPr wrap="square"/>
          <a:lstStyle/>
          <a:p>
            <a:r>
              <a:rPr sz="1600" dirty="0"/>
              <a:t>Four experiments on multi-broker clusters validating Kafka reliability</a:t>
            </a:r>
          </a:p>
          <a:p>
            <a:r>
              <a:rPr sz="1600" dirty="0"/>
              <a:t>acks=0: </a:t>
            </a:r>
            <a:r>
              <a:rPr sz="1600" dirty="0" err="1"/>
              <a:t>eventID</a:t>
            </a:r>
            <a:r>
              <a:rPr sz="1600" dirty="0"/>
              <a:t>=76 permanently lost </a:t>
            </a:r>
            <a:r>
              <a:rPr lang="en-US" sz="1600" dirty="0"/>
              <a:t>-</a:t>
            </a:r>
            <a:r>
              <a:rPr sz="1600" dirty="0"/>
              <a:t> producer cannot detect the loss</a:t>
            </a:r>
          </a:p>
          <a:p>
            <a:r>
              <a:rPr sz="1600" dirty="0"/>
              <a:t>acks=1: </a:t>
            </a:r>
            <a:r>
              <a:rPr sz="1600" dirty="0" err="1"/>
              <a:t>eventID</a:t>
            </a:r>
            <a:r>
              <a:rPr sz="1600" dirty="0"/>
              <a:t>=71 </a:t>
            </a:r>
            <a:r>
              <a:rPr sz="1600" dirty="0" err="1"/>
              <a:t>ACKed</a:t>
            </a:r>
            <a:r>
              <a:rPr sz="1600" dirty="0"/>
              <a:t> by leader but lost when leader crashed before replication</a:t>
            </a:r>
          </a:p>
          <a:p>
            <a:r>
              <a:rPr sz="1600" dirty="0"/>
              <a:t>acks=all: ~8.9s availability gap during failover, zero data loss</a:t>
            </a:r>
          </a:p>
          <a:p>
            <a:r>
              <a:rPr sz="1600" dirty="0"/>
              <a:t>Offset reset: earliest replays retained history; latest silently skips it</a:t>
            </a:r>
          </a:p>
          <a:p>
            <a:r>
              <a:rPr sz="1600" dirty="0"/>
              <a:t>Findings directly informed our production config choices (ADR-0001)</a:t>
            </a:r>
          </a:p>
        </p:txBody>
      </p:sp>
      <p:sp>
        <p:nvSpPr>
          <p:cNvPr id="5" name="Textfeld 4">
            <a:extLst>
              <a:ext uri="{FF2B5EF4-FFF2-40B4-BE49-F238E27FC236}">
                <a16:creationId xmlns:a16="http://schemas.microsoft.com/office/drawing/2014/main" id="{924DC472-EAF7-99E2-4C67-BCA7CB9DD21B}"/>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6</a:t>
            </a:fld>
            <a:endParaRPr lang="de-DE" sz="1200"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Camunda 8 / Zeebe?</a:t>
            </a:r>
          </a:p>
        </p:txBody>
      </p:sp>
      <p:sp>
        <p:nvSpPr>
          <p:cNvPr id="3" name="Content Placeholder 2"/>
          <p:cNvSpPr>
            <a:spLocks noGrp="1"/>
          </p:cNvSpPr>
          <p:nvPr>
            <p:ph idx="1"/>
          </p:nvPr>
        </p:nvSpPr>
        <p:spPr/>
        <p:txBody>
          <a:bodyPr wrap="square"/>
          <a:lstStyle/>
          <a:p>
            <a:r>
              <a:rPr sz="1400" dirty="0"/>
              <a:t>Transition: from events to processes</a:t>
            </a:r>
          </a:p>
          <a:p>
            <a:r>
              <a:rPr sz="1400" dirty="0"/>
              <a:t>Two workflows need durable waiting states </a:t>
            </a:r>
            <a:r>
              <a:rPr lang="en-US" sz="1400" dirty="0"/>
              <a:t>-</a:t>
            </a:r>
            <a:r>
              <a:rPr sz="1400" dirty="0"/>
              <a:t> onboarding and order placement</a:t>
            </a:r>
          </a:p>
          <a:p>
            <a:r>
              <a:rPr sz="1400" dirty="0"/>
              <a:t>Why not Camunda 7 / </a:t>
            </a:r>
            <a:r>
              <a:rPr sz="1400" dirty="0" err="1"/>
              <a:t>Operaton</a:t>
            </a:r>
            <a:r>
              <a:rPr sz="1400" dirty="0"/>
              <a:t>?</a:t>
            </a:r>
          </a:p>
          <a:p>
            <a:pPr lvl="1"/>
            <a:r>
              <a:rPr sz="1200" dirty="0"/>
              <a:t>Embedded engine stores process state in the application DB</a:t>
            </a:r>
          </a:p>
          <a:p>
            <a:pPr lvl="1"/>
            <a:r>
              <a:rPr sz="1200" dirty="0"/>
              <a:t>Many concurrent </a:t>
            </a:r>
            <a:r>
              <a:rPr sz="1200" dirty="0" err="1"/>
              <a:t>placeOrder</a:t>
            </a:r>
            <a:r>
              <a:rPr sz="1200" dirty="0"/>
              <a:t> waits would need a shared polling table</a:t>
            </a:r>
          </a:p>
          <a:p>
            <a:pPr lvl="1"/>
            <a:r>
              <a:rPr sz="1200" dirty="0"/>
              <a:t>Kafka and SMTP require custom application-level client code</a:t>
            </a:r>
          </a:p>
          <a:p>
            <a:r>
              <a:rPr sz="1400" dirty="0"/>
              <a:t>Camunda 8 / </a:t>
            </a:r>
            <a:r>
              <a:rPr sz="1400" dirty="0" err="1"/>
              <a:t>Zeebe</a:t>
            </a:r>
            <a:r>
              <a:rPr sz="1400" dirty="0"/>
              <a:t> advantages</a:t>
            </a:r>
          </a:p>
          <a:p>
            <a:pPr lvl="1"/>
            <a:r>
              <a:rPr sz="1200" dirty="0"/>
              <a:t>Partitioned log </a:t>
            </a:r>
            <a:r>
              <a:rPr lang="en-US" sz="1200" dirty="0"/>
              <a:t>-</a:t>
            </a:r>
            <a:r>
              <a:rPr sz="1200" dirty="0"/>
              <a:t> each instance waits independently, no job-lock contention</a:t>
            </a:r>
          </a:p>
          <a:p>
            <a:pPr lvl="1"/>
            <a:r>
              <a:rPr sz="1200" dirty="0"/>
              <a:t>Connector templates </a:t>
            </a:r>
            <a:r>
              <a:rPr lang="en-US" sz="1200" dirty="0"/>
              <a:t>-</a:t>
            </a:r>
            <a:r>
              <a:rPr sz="1200" dirty="0"/>
              <a:t> Kafka + SMTP inside BPMN, zero notification code</a:t>
            </a:r>
          </a:p>
          <a:p>
            <a:pPr lvl="1"/>
            <a:r>
              <a:rPr sz="1200" dirty="0"/>
              <a:t>Camunda Operate </a:t>
            </a:r>
            <a:r>
              <a:rPr lang="en-US" sz="1200" dirty="0"/>
              <a:t>-</a:t>
            </a:r>
            <a:r>
              <a:rPr sz="1200" dirty="0"/>
              <a:t> runtime visibility without custom dashboards</a:t>
            </a:r>
          </a:p>
        </p:txBody>
      </p:sp>
      <p:sp>
        <p:nvSpPr>
          <p:cNvPr id="4" name="Textfeld 3">
            <a:extLst>
              <a:ext uri="{FF2B5EF4-FFF2-40B4-BE49-F238E27FC236}">
                <a16:creationId xmlns:a16="http://schemas.microsoft.com/office/drawing/2014/main" id="{9C210F34-FF09-6865-A3B1-6A2AB6A1CC4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7</a:t>
            </a:fld>
            <a:endParaRPr lang="de-DE" sz="1200"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Two Saga Patterns </a:t>
            </a:r>
            <a:r>
              <a:rPr lang="en-US" dirty="0"/>
              <a:t>-</a:t>
            </a:r>
            <a:r>
              <a:rPr dirty="0"/>
              <a:t> Driven by Wait Semantics</a:t>
            </a:r>
          </a:p>
        </p:txBody>
      </p:sp>
      <p:sp>
        <p:nvSpPr>
          <p:cNvPr id="3" name="Content Placeholder 2"/>
          <p:cNvSpPr>
            <a:spLocks noGrp="1"/>
          </p:cNvSpPr>
          <p:nvPr>
            <p:ph idx="1"/>
          </p:nvPr>
        </p:nvSpPr>
        <p:spPr/>
        <p:txBody>
          <a:bodyPr wrap="square"/>
          <a:lstStyle/>
          <a:p>
            <a:r>
              <a:rPr sz="1400" dirty="0"/>
              <a:t>Two orchestrated saga styles </a:t>
            </a:r>
            <a:r>
              <a:rPr lang="en-US" sz="1400" dirty="0"/>
              <a:t>-</a:t>
            </a:r>
            <a:r>
              <a:rPr sz="1400" dirty="0"/>
              <a:t> choice driven by nature of the wait</a:t>
            </a:r>
          </a:p>
          <a:p>
            <a:r>
              <a:rPr sz="1400" dirty="0"/>
              <a:t>Onboarding → Parallel Saga (</a:t>
            </a:r>
            <a:r>
              <a:rPr sz="1400" dirty="0" err="1"/>
              <a:t>aeo</a:t>
            </a:r>
            <a:r>
              <a:rPr sz="1400" dirty="0"/>
              <a:t>)</a:t>
            </a:r>
          </a:p>
          <a:p>
            <a:pPr lvl="1"/>
            <a:r>
              <a:rPr sz="1200" dirty="0"/>
              <a:t>Deterministic wait (user clicks confirmation link)</a:t>
            </a:r>
          </a:p>
          <a:p>
            <a:pPr lvl="1"/>
            <a:r>
              <a:rPr sz="1200" dirty="0"/>
              <a:t>Spans two bounded contexts </a:t>
            </a:r>
            <a:r>
              <a:rPr lang="en-US" sz="1200" dirty="0"/>
              <a:t>-</a:t>
            </a:r>
            <a:r>
              <a:rPr sz="1200" dirty="0"/>
              <a:t> User + Portfolio</a:t>
            </a:r>
          </a:p>
          <a:p>
            <a:pPr lvl="1"/>
            <a:r>
              <a:rPr sz="1200" dirty="0"/>
              <a:t>Needs all-or-nothing consistency</a:t>
            </a:r>
          </a:p>
          <a:p>
            <a:r>
              <a:rPr sz="1400" dirty="0"/>
              <a:t>Order Placement → Fairy Tale Saga (</a:t>
            </a:r>
            <a:r>
              <a:rPr sz="1400" dirty="0" err="1"/>
              <a:t>seo</a:t>
            </a:r>
            <a:r>
              <a:rPr sz="1400" dirty="0"/>
              <a:t>)</a:t>
            </a:r>
          </a:p>
          <a:p>
            <a:pPr lvl="1"/>
            <a:r>
              <a:rPr sz="1200" dirty="0"/>
              <a:t>Non-deterministic wait (price match from market feed)</a:t>
            </a:r>
          </a:p>
          <a:p>
            <a:pPr lvl="1"/>
            <a:r>
              <a:rPr sz="1200" dirty="0"/>
              <a:t>Stays inside one bounded context </a:t>
            </a:r>
            <a:r>
              <a:rPr lang="en-US" sz="1200" dirty="0"/>
              <a:t>-</a:t>
            </a:r>
            <a:r>
              <a:rPr sz="1200" dirty="0"/>
              <a:t> Trading</a:t>
            </a:r>
          </a:p>
          <a:p>
            <a:pPr lvl="1"/>
            <a:r>
              <a:rPr sz="1200" dirty="0"/>
              <a:t>Accepts eventual consistency with Portfolio</a:t>
            </a:r>
          </a:p>
        </p:txBody>
      </p:sp>
      <p:sp>
        <p:nvSpPr>
          <p:cNvPr id="4" name="Textfeld 3">
            <a:extLst>
              <a:ext uri="{FF2B5EF4-FFF2-40B4-BE49-F238E27FC236}">
                <a16:creationId xmlns:a16="http://schemas.microsoft.com/office/drawing/2014/main" id="{5C76045A-16BC-E40D-2927-E405F52888B2}"/>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8</a:t>
            </a:fld>
            <a:endParaRPr lang="de-DE" sz="1200"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userOnboarding-bpmn.png"/>
          <p:cNvPicPr>
            <a:picLocks noChangeAspect="1"/>
          </p:cNvPicPr>
          <p:nvPr/>
        </p:nvPicPr>
        <p:blipFill>
          <a:blip r:embed="rId3"/>
          <a:stretch>
            <a:fillRect/>
          </a:stretch>
        </p:blipFill>
        <p:spPr>
          <a:xfrm>
            <a:off x="388759" y="1297237"/>
            <a:ext cx="8366482" cy="3094055"/>
          </a:xfrm>
          <a:prstGeom prst="rect">
            <a:avLst/>
          </a:prstGeom>
        </p:spPr>
      </p:pic>
      <p:sp>
        <p:nvSpPr>
          <p:cNvPr id="2" name="Title 1"/>
          <p:cNvSpPr>
            <a:spLocks noGrp="1"/>
          </p:cNvSpPr>
          <p:nvPr>
            <p:ph type="title"/>
          </p:nvPr>
        </p:nvSpPr>
        <p:spPr/>
        <p:txBody>
          <a:bodyPr/>
          <a:lstStyle/>
          <a:p>
            <a:r>
              <a:rPr dirty="0"/>
              <a:t>Onboarding Process </a:t>
            </a:r>
            <a:r>
              <a:rPr lang="en-US" dirty="0"/>
              <a:t>-</a:t>
            </a:r>
            <a:r>
              <a:rPr dirty="0"/>
              <a:t> Parallel Saga</a:t>
            </a:r>
          </a:p>
        </p:txBody>
      </p:sp>
      <p:sp>
        <p:nvSpPr>
          <p:cNvPr id="3" name="Content Placeholder 2"/>
          <p:cNvSpPr>
            <a:spLocks noGrp="1"/>
          </p:cNvSpPr>
          <p:nvPr>
            <p:ph sz="half" idx="1"/>
          </p:nvPr>
        </p:nvSpPr>
        <p:spPr/>
        <p:txBody>
          <a:bodyPr wrap="square"/>
          <a:lstStyle/>
          <a:p>
            <a:r>
              <a:rPr sz="1400"/>
              <a:t>prepareUserWorker: generates userId, PENDING link</a:t>
            </a:r>
          </a:p>
          <a:p>
            <a:r>
              <a:rPr sz="1400"/>
              <a:t>Camunda email connector sends confirmation</a:t>
            </a:r>
          </a:p>
          <a:p>
            <a:r>
              <a:rPr sz="1400"/>
              <a:t>Event-based gateway: click vs. 1-min timeout</a:t>
            </a:r>
          </a:p>
          <a:p>
            <a:r>
              <a:rPr sz="1400"/>
              <a:t>Parallel fan-out: userCreationWorker + portfolioCreationWorker</a:t>
            </a:r>
          </a:p>
          <a:p>
            <a:r>
              <a:rPr sz="1400"/>
              <a:t>Both must succeed → process completes</a:t>
            </a:r>
          </a:p>
        </p:txBody>
      </p:sp>
      <p:sp>
        <p:nvSpPr>
          <p:cNvPr id="5" name="Textfeld 4">
            <a:extLst>
              <a:ext uri="{FF2B5EF4-FFF2-40B4-BE49-F238E27FC236}">
                <a16:creationId xmlns:a16="http://schemas.microsoft.com/office/drawing/2014/main" id="{F01A9868-E26F-1C86-D645-688164924CC0}"/>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9</a:t>
            </a:fld>
            <a:endParaRPr lang="de-DE" sz="1200" dirty="0">
              <a:solidFill>
                <a:schemeClr val="bg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Onboarding </a:t>
            </a:r>
            <a:r>
              <a:rPr lang="en-US" dirty="0"/>
              <a:t>-</a:t>
            </a:r>
            <a:r>
              <a:rPr dirty="0"/>
              <a:t> Compensation &amp; Flag-Driven Completion</a:t>
            </a:r>
          </a:p>
        </p:txBody>
      </p:sp>
      <p:sp>
        <p:nvSpPr>
          <p:cNvPr id="3" name="Content Placeholder 2"/>
          <p:cNvSpPr>
            <a:spLocks noGrp="1"/>
          </p:cNvSpPr>
          <p:nvPr>
            <p:ph idx="1"/>
          </p:nvPr>
        </p:nvSpPr>
        <p:spPr/>
        <p:txBody>
          <a:bodyPr wrap="square"/>
          <a:lstStyle/>
          <a:p>
            <a:r>
              <a:rPr sz="1400" dirty="0"/>
              <a:t>Challenge: one creation succeeds, the other fails </a:t>
            </a:r>
            <a:r>
              <a:rPr lang="en-US" sz="1400" dirty="0"/>
              <a:t>-</a:t>
            </a:r>
            <a:r>
              <a:rPr sz="1400" dirty="0"/>
              <a:t> what now?</a:t>
            </a:r>
          </a:p>
          <a:p>
            <a:r>
              <a:rPr sz="1400" dirty="0"/>
              <a:t>Flag-driven completion (ADR-0012)</a:t>
            </a:r>
          </a:p>
          <a:p>
            <a:pPr lvl="1"/>
            <a:r>
              <a:rPr sz="1200" dirty="0"/>
              <a:t>Workers always complete </a:t>
            </a:r>
            <a:r>
              <a:rPr sz="1200" dirty="0" err="1"/>
              <a:t>Zeebe</a:t>
            </a:r>
            <a:r>
              <a:rPr sz="1200" dirty="0"/>
              <a:t> jobs, report outcome via flags</a:t>
            </a:r>
          </a:p>
          <a:p>
            <a:pPr lvl="1"/>
            <a:r>
              <a:rPr sz="1200" dirty="0" err="1"/>
              <a:t>isUserCreated</a:t>
            </a:r>
            <a:r>
              <a:rPr sz="1200" dirty="0"/>
              <a:t> / </a:t>
            </a:r>
            <a:r>
              <a:rPr sz="1200" dirty="0" err="1"/>
              <a:t>isPortfolioCreated</a:t>
            </a:r>
            <a:r>
              <a:rPr sz="1200" dirty="0"/>
              <a:t> drive gateway branches</a:t>
            </a:r>
          </a:p>
          <a:p>
            <a:pPr lvl="1"/>
            <a:r>
              <a:rPr sz="1200" dirty="0"/>
              <a:t>BPMN errors would short-circuit and bypass compensation gateways</a:t>
            </a:r>
          </a:p>
          <a:p>
            <a:r>
              <a:rPr sz="1400" dirty="0"/>
              <a:t>Compensation (ADR-0011)</a:t>
            </a:r>
          </a:p>
          <a:p>
            <a:pPr lvl="1"/>
            <a:r>
              <a:rPr sz="1200" dirty="0"/>
              <a:t>Exclusive gateways inspect flags → compensation handlers</a:t>
            </a:r>
          </a:p>
          <a:p>
            <a:pPr lvl="1"/>
            <a:r>
              <a:rPr sz="1200" dirty="0"/>
              <a:t>Delete local entity + publish compensation request for peer</a:t>
            </a:r>
          </a:p>
          <a:p>
            <a:pPr lvl="1"/>
            <a:r>
              <a:rPr sz="1200" dirty="0"/>
              <a:t>User/Portfolio </a:t>
            </a:r>
            <a:r>
              <a:rPr sz="1200" dirty="0" err="1"/>
              <a:t>CompensationRequestedEvent</a:t>
            </a:r>
            <a:r>
              <a:rPr sz="1200" dirty="0"/>
              <a:t> carries full payload</a:t>
            </a:r>
          </a:p>
          <a:p>
            <a:pPr lvl="1"/>
            <a:r>
              <a:rPr sz="1200" dirty="0"/>
              <a:t>Idempotent deletes </a:t>
            </a:r>
            <a:r>
              <a:rPr lang="en-US" sz="1200" dirty="0"/>
              <a:t>-</a:t>
            </a:r>
            <a:r>
              <a:rPr sz="1200" dirty="0"/>
              <a:t> safe under at-least-once delivery</a:t>
            </a:r>
          </a:p>
        </p:txBody>
      </p:sp>
      <p:sp>
        <p:nvSpPr>
          <p:cNvPr id="4" name="Textfeld 3">
            <a:extLst>
              <a:ext uri="{FF2B5EF4-FFF2-40B4-BE49-F238E27FC236}">
                <a16:creationId xmlns:a16="http://schemas.microsoft.com/office/drawing/2014/main" id="{2C390B98-05F1-67DB-E21C-1A9B3D89032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10</a:t>
            </a:fld>
            <a:endParaRPr lang="de-DE" sz="1200"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Dedicated Onboarding Service (ADR-0010)</a:t>
            </a:r>
          </a:p>
        </p:txBody>
      </p:sp>
      <p:sp>
        <p:nvSpPr>
          <p:cNvPr id="3" name="Content Placeholder 2"/>
          <p:cNvSpPr>
            <a:spLocks noGrp="1"/>
          </p:cNvSpPr>
          <p:nvPr>
            <p:ph idx="1"/>
          </p:nvPr>
        </p:nvSpPr>
        <p:spPr/>
        <p:txBody>
          <a:bodyPr wrap="square"/>
          <a:lstStyle/>
          <a:p>
            <a:r>
              <a:rPr sz="1600" dirty="0"/>
              <a:t>Originally the BPMN lived inside user-service</a:t>
            </a:r>
          </a:p>
          <a:p>
            <a:r>
              <a:rPr sz="1600" dirty="0"/>
              <a:t>Problem: orchestrator coordinates work across two bounded contexts</a:t>
            </a:r>
          </a:p>
          <a:p>
            <a:pPr lvl="1"/>
            <a:r>
              <a:rPr sz="1400" dirty="0"/>
              <a:t>Coupling + mixed responsibilities violates DDD boundaries</a:t>
            </a:r>
          </a:p>
          <a:p>
            <a:r>
              <a:rPr sz="1600" dirty="0"/>
              <a:t>Solution: extract into a dedicated onboarding-service</a:t>
            </a:r>
          </a:p>
          <a:p>
            <a:pPr lvl="1"/>
            <a:r>
              <a:rPr sz="1400" dirty="0"/>
              <a:t>Owns the BPMN process and </a:t>
            </a:r>
            <a:r>
              <a:rPr sz="1400" dirty="0" err="1"/>
              <a:t>Zeebe</a:t>
            </a:r>
            <a:r>
              <a:rPr sz="1400" dirty="0"/>
              <a:t> deployment</a:t>
            </a:r>
          </a:p>
          <a:p>
            <a:pPr lvl="1"/>
            <a:r>
              <a:rPr sz="1400" dirty="0"/>
              <a:t>No persistent business data </a:t>
            </a:r>
            <a:r>
              <a:rPr lang="en-US" sz="1400" dirty="0"/>
              <a:t>-</a:t>
            </a:r>
            <a:r>
              <a:rPr sz="1400" dirty="0"/>
              <a:t> workflow state lives in </a:t>
            </a:r>
            <a:r>
              <a:rPr sz="1400" dirty="0" err="1"/>
              <a:t>Zeebe</a:t>
            </a:r>
            <a:endParaRPr sz="1400" dirty="0"/>
          </a:p>
          <a:p>
            <a:pPr lvl="1"/>
            <a:r>
              <a:rPr sz="1400" dirty="0"/>
              <a:t>User and portfolio services keep their domain autonomy</a:t>
            </a:r>
          </a:p>
          <a:p>
            <a:r>
              <a:rPr sz="1600" dirty="0"/>
              <a:t>Trade-off: 5 services instead of 4, but clean separation</a:t>
            </a:r>
          </a:p>
        </p:txBody>
      </p:sp>
      <p:sp>
        <p:nvSpPr>
          <p:cNvPr id="4" name="Textfeld 3">
            <a:extLst>
              <a:ext uri="{FF2B5EF4-FFF2-40B4-BE49-F238E27FC236}">
                <a16:creationId xmlns:a16="http://schemas.microsoft.com/office/drawing/2014/main" id="{9AE1938E-0CBB-32EA-E95C-6E86B75B40D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11</a:t>
            </a:fld>
            <a:endParaRPr lang="de-DE" sz="1200"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Place Order Process </a:t>
            </a:r>
            <a:r>
              <a:rPr lang="en-US" dirty="0"/>
              <a:t>-</a:t>
            </a:r>
            <a:r>
              <a:rPr dirty="0"/>
              <a:t> Fairy Tale Saga</a:t>
            </a:r>
          </a:p>
        </p:txBody>
      </p:sp>
      <p:sp>
        <p:nvSpPr>
          <p:cNvPr id="3" name="Content Placeholder 2"/>
          <p:cNvSpPr>
            <a:spLocks noGrp="1"/>
          </p:cNvSpPr>
          <p:nvPr>
            <p:ph sz="half" idx="1"/>
          </p:nvPr>
        </p:nvSpPr>
        <p:spPr/>
        <p:txBody>
          <a:bodyPr wrap="square"/>
          <a:lstStyle/>
          <a:p>
            <a:r>
              <a:rPr sz="1400"/>
              <a:t>order-processing-worker validates user locally, creates PENDING tx</a:t>
            </a:r>
          </a:p>
          <a:p>
            <a:r>
              <a:rPr sz="1400"/>
              <a:t>Event-based gateway: price match vs. 1-min timeout</a:t>
            </a:r>
          </a:p>
          <a:p>
            <a:r>
              <a:rPr sz="1400"/>
              <a:t>approveOrderWorker writes APPROVED + outbox row in one transaction</a:t>
            </a:r>
          </a:p>
          <a:p>
            <a:r>
              <a:rPr sz="1400"/>
              <a:t>publishOrderApprovedWorker publishes to Kafka → email</a:t>
            </a:r>
          </a:p>
          <a:p>
            <a:r>
              <a:rPr sz="1400"/>
              <a:t>Portfolio update happens independently via Kafka</a:t>
            </a:r>
          </a:p>
        </p:txBody>
      </p:sp>
      <p:pic>
        <p:nvPicPr>
          <p:cNvPr id="4" name="Picture 3" descr="placeOrder-bpmn.png"/>
          <p:cNvPicPr>
            <a:picLocks noChangeAspect="1"/>
          </p:cNvPicPr>
          <p:nvPr/>
        </p:nvPicPr>
        <p:blipFill>
          <a:blip r:embed="rId3"/>
          <a:stretch>
            <a:fillRect/>
          </a:stretch>
        </p:blipFill>
        <p:spPr>
          <a:xfrm>
            <a:off x="4528457" y="1276349"/>
            <a:ext cx="4471082" cy="2519719"/>
          </a:xfrm>
          <a:prstGeom prst="rect">
            <a:avLst/>
          </a:prstGeom>
        </p:spPr>
      </p:pic>
      <p:sp>
        <p:nvSpPr>
          <p:cNvPr id="5" name="Textfeld 4">
            <a:extLst>
              <a:ext uri="{FF2B5EF4-FFF2-40B4-BE49-F238E27FC236}">
                <a16:creationId xmlns:a16="http://schemas.microsoft.com/office/drawing/2014/main" id="{9A05AC79-D9E8-B3DA-FB71-161FC3A5D6B0}"/>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12</a:t>
            </a:fld>
            <a:endParaRPr lang="de-DE" sz="1200"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Reliability Patterns in the Trading Flow</a:t>
            </a:r>
          </a:p>
        </p:txBody>
      </p:sp>
      <p:sp>
        <p:nvSpPr>
          <p:cNvPr id="3" name="Content Placeholder 2"/>
          <p:cNvSpPr>
            <a:spLocks noGrp="1"/>
          </p:cNvSpPr>
          <p:nvPr>
            <p:ph idx="1"/>
          </p:nvPr>
        </p:nvSpPr>
        <p:spPr/>
        <p:txBody>
          <a:bodyPr wrap="square"/>
          <a:lstStyle/>
          <a:p>
            <a:r>
              <a:rPr sz="1400"/>
              <a:t>Three patterns protecting the order execution path</a:t>
            </a:r>
          </a:p>
          <a:p>
            <a:r>
              <a:rPr sz="1400"/>
              <a:t>Transactional Outbox (ADR-0014)</a:t>
            </a:r>
          </a:p>
          <a:p>
            <a:pPr lvl="1"/>
            <a:r>
              <a:rPr sz="1200"/>
              <a:t>Approval + outbox row in one DB transaction</a:t>
            </a:r>
          </a:p>
          <a:p>
            <a:pPr lvl="1"/>
            <a:r>
              <a:rPr sz="1200"/>
              <a:t>Scheduler republishes stale rows after crashes</a:t>
            </a:r>
          </a:p>
          <a:p>
            <a:r>
              <a:rPr sz="1400"/>
              <a:t>Idempotent Consumer (ADR-0016)</a:t>
            </a:r>
          </a:p>
          <a:p>
            <a:pPr lvl="1"/>
            <a:r>
              <a:rPr sz="1200"/>
              <a:t>processed_transaction UNIQUE constraint on transactionId</a:t>
            </a:r>
          </a:p>
          <a:p>
            <a:pPr lvl="1"/>
            <a:r>
              <a:rPr sz="1200"/>
              <a:t>Found during integration: 2 BTC order → 4 BTC in portfolio</a:t>
            </a:r>
          </a:p>
          <a:p>
            <a:r>
              <a:rPr sz="1400"/>
              <a:t>Human Escalation (ADR-0018)</a:t>
            </a:r>
          </a:p>
          <a:p>
            <a:pPr lvl="1"/>
            <a:r>
              <a:rPr sz="1200"/>
              <a:t>Deterministic failures throw typed BPMN errors</a:t>
            </a:r>
          </a:p>
          <a:p>
            <a:pPr lvl="1"/>
            <a:r>
              <a:rPr sz="1200"/>
              <a:t>Boundary events route to ops user task in Tasklist</a:t>
            </a:r>
          </a:p>
        </p:txBody>
      </p:sp>
      <p:sp>
        <p:nvSpPr>
          <p:cNvPr id="4" name="Textfeld 3">
            <a:extLst>
              <a:ext uri="{FF2B5EF4-FFF2-40B4-BE49-F238E27FC236}">
                <a16:creationId xmlns:a16="http://schemas.microsoft.com/office/drawing/2014/main" id="{DD711C73-225F-58AA-721A-D45C8418DB0C}"/>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13</a:t>
            </a:fld>
            <a:endParaRPr lang="de-DE" sz="1200"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Replicated Read-Model for Autonomous Validation</a:t>
            </a:r>
          </a:p>
        </p:txBody>
      </p:sp>
      <p:sp>
        <p:nvSpPr>
          <p:cNvPr id="3" name="Content Placeholder 2"/>
          <p:cNvSpPr>
            <a:spLocks noGrp="1"/>
          </p:cNvSpPr>
          <p:nvPr>
            <p:ph idx="1"/>
          </p:nvPr>
        </p:nvSpPr>
        <p:spPr/>
        <p:txBody>
          <a:bodyPr wrap="square"/>
          <a:lstStyle/>
          <a:p>
            <a:r>
              <a:rPr sz="1600" dirty="0"/>
              <a:t>Problem: reject orders from unconfirmed users without calling user-service</a:t>
            </a:r>
          </a:p>
          <a:p>
            <a:r>
              <a:rPr sz="1600" dirty="0"/>
              <a:t>Solution (ADR-0017): transaction-service keeps its own table of confirmed users</a:t>
            </a:r>
          </a:p>
          <a:p>
            <a:pPr lvl="1"/>
            <a:r>
              <a:rPr sz="1400" dirty="0"/>
              <a:t>user-service publishes </a:t>
            </a:r>
            <a:r>
              <a:rPr sz="1400" dirty="0" err="1"/>
              <a:t>UserConfirmedEvent</a:t>
            </a:r>
            <a:r>
              <a:rPr sz="1400" dirty="0"/>
              <a:t> to a log-compacted topic</a:t>
            </a:r>
          </a:p>
          <a:p>
            <a:pPr lvl="1"/>
            <a:r>
              <a:rPr sz="1400" dirty="0"/>
              <a:t>transaction-service consumes and </a:t>
            </a:r>
            <a:r>
              <a:rPr sz="1400" dirty="0" err="1"/>
              <a:t>upserts</a:t>
            </a:r>
            <a:r>
              <a:rPr sz="1400" dirty="0"/>
              <a:t> into local DB</a:t>
            </a:r>
          </a:p>
          <a:p>
            <a:pPr lvl="1"/>
            <a:r>
              <a:rPr sz="1400" dirty="0"/>
              <a:t>Order validation = local read, sub-millisecond, no network call</a:t>
            </a:r>
          </a:p>
          <a:p>
            <a:r>
              <a:rPr sz="1600" dirty="0"/>
              <a:t>Trade-off: brief eventual consistency window</a:t>
            </a:r>
          </a:p>
          <a:p>
            <a:pPr lvl="1"/>
            <a:r>
              <a:rPr sz="1400" dirty="0"/>
              <a:t>Acceptable </a:t>
            </a:r>
            <a:r>
              <a:rPr lang="en-US" sz="1400" dirty="0"/>
              <a:t>-</a:t>
            </a:r>
            <a:r>
              <a:rPr sz="1400" dirty="0"/>
              <a:t> a newly confirmed user won't place an order immediately</a:t>
            </a:r>
          </a:p>
        </p:txBody>
      </p:sp>
      <p:sp>
        <p:nvSpPr>
          <p:cNvPr id="4" name="Textfeld 3">
            <a:extLst>
              <a:ext uri="{FF2B5EF4-FFF2-40B4-BE49-F238E27FC236}">
                <a16:creationId xmlns:a16="http://schemas.microsoft.com/office/drawing/2014/main" id="{15D86EF3-1989-7F06-D86E-E2E063AB4E8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14</a:t>
            </a:fld>
            <a:endParaRPr lang="de-DE" sz="1200"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Challenges &amp; Lessons Learned</a:t>
            </a:r>
          </a:p>
        </p:txBody>
      </p:sp>
      <p:sp>
        <p:nvSpPr>
          <p:cNvPr id="3" name="Content Placeholder 2"/>
          <p:cNvSpPr>
            <a:spLocks noGrp="1"/>
          </p:cNvSpPr>
          <p:nvPr>
            <p:ph idx="1"/>
          </p:nvPr>
        </p:nvSpPr>
        <p:spPr/>
        <p:txBody>
          <a:bodyPr wrap="square"/>
          <a:lstStyle/>
          <a:p>
            <a:r>
              <a:rPr sz="1600" dirty="0"/>
              <a:t>BPMN learning curve </a:t>
            </a:r>
            <a:r>
              <a:rPr lang="en-US" sz="1600" dirty="0"/>
              <a:t>-</a:t>
            </a:r>
            <a:r>
              <a:rPr sz="1600" dirty="0"/>
              <a:t> demanding upfront, reduced implementation effort after</a:t>
            </a:r>
          </a:p>
          <a:p>
            <a:r>
              <a:rPr sz="1600" dirty="0"/>
              <a:t>Concepts intuitive in theory, complex in practice</a:t>
            </a:r>
          </a:p>
          <a:p>
            <a:pPr lvl="1"/>
            <a:r>
              <a:rPr sz="1400" dirty="0"/>
              <a:t>Orchestration, compensation, ECST multiply downstream decisions</a:t>
            </a:r>
          </a:p>
          <a:p>
            <a:r>
              <a:rPr sz="1600" dirty="0"/>
              <a:t>Saga selection only became clear by analyzing the nature of the wait</a:t>
            </a:r>
          </a:p>
          <a:p>
            <a:r>
              <a:rPr sz="1600" dirty="0"/>
              <a:t>Integration issues surface late </a:t>
            </a:r>
            <a:r>
              <a:rPr lang="en-US" sz="1600" dirty="0"/>
              <a:t>-</a:t>
            </a:r>
            <a:r>
              <a:rPr sz="1600" dirty="0"/>
              <a:t> deserialization, correlation keys, payloads</a:t>
            </a:r>
          </a:p>
          <a:p>
            <a:r>
              <a:rPr sz="1600" dirty="0"/>
              <a:t>Two people, five services </a:t>
            </a:r>
            <a:r>
              <a:rPr lang="en-US" sz="1600" dirty="0"/>
              <a:t>-</a:t>
            </a:r>
            <a:r>
              <a:rPr sz="1600" dirty="0"/>
              <a:t> ambitious scope, ADR-0010 added overhead</a:t>
            </a:r>
          </a:p>
        </p:txBody>
      </p:sp>
      <p:sp>
        <p:nvSpPr>
          <p:cNvPr id="4" name="Textfeld 3">
            <a:extLst>
              <a:ext uri="{FF2B5EF4-FFF2-40B4-BE49-F238E27FC236}">
                <a16:creationId xmlns:a16="http://schemas.microsoft.com/office/drawing/2014/main" id="{FD08F9B4-479F-F458-3E95-06A1BC79B8C1}"/>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15</a:t>
            </a:fld>
            <a:endParaRPr lang="de-DE" sz="1200" dirty="0">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Live Demo</a:t>
            </a:r>
          </a:p>
        </p:txBody>
      </p:sp>
      <p:sp>
        <p:nvSpPr>
          <p:cNvPr id="3" name="Content Placeholder 2"/>
          <p:cNvSpPr>
            <a:spLocks noGrp="1"/>
          </p:cNvSpPr>
          <p:nvPr>
            <p:ph idx="1"/>
          </p:nvPr>
        </p:nvSpPr>
        <p:spPr/>
        <p:txBody>
          <a:bodyPr wrap="square"/>
          <a:lstStyle/>
          <a:p>
            <a:r>
              <a:rPr sz="1400" dirty="0"/>
              <a:t>Demo 1 </a:t>
            </a:r>
            <a:r>
              <a:rPr lang="en-US" sz="1400" dirty="0"/>
              <a:t>-</a:t>
            </a:r>
            <a:r>
              <a:rPr sz="1400" dirty="0"/>
              <a:t> Happy-path onboarding</a:t>
            </a:r>
          </a:p>
          <a:p>
            <a:pPr lvl="1"/>
            <a:r>
              <a:rPr sz="1200" dirty="0" err="1"/>
              <a:t>Tasklist</a:t>
            </a:r>
            <a:r>
              <a:rPr sz="1200" dirty="0"/>
              <a:t> form → confirmation email → click → user + portfolio created</a:t>
            </a:r>
          </a:p>
          <a:p>
            <a:pPr lvl="1"/>
            <a:r>
              <a:rPr sz="1200" dirty="0"/>
              <a:t>Camunda Operate shows the completed process instance</a:t>
            </a:r>
          </a:p>
          <a:p>
            <a:r>
              <a:rPr sz="1400" dirty="0"/>
              <a:t>Demo 2 </a:t>
            </a:r>
            <a:r>
              <a:rPr lang="en-US" sz="1400" dirty="0"/>
              <a:t>-</a:t>
            </a:r>
            <a:r>
              <a:rPr sz="1400" dirty="0"/>
              <a:t> Happy-path order placement</a:t>
            </a:r>
          </a:p>
          <a:p>
            <a:pPr lvl="1"/>
            <a:r>
              <a:rPr sz="1200" dirty="0" err="1"/>
              <a:t>Tasklist</a:t>
            </a:r>
            <a:r>
              <a:rPr sz="1200" dirty="0"/>
              <a:t> order → price match → APPROVED → portfolio updated</a:t>
            </a:r>
          </a:p>
          <a:p>
            <a:pPr lvl="1"/>
            <a:r>
              <a:rPr sz="1200" dirty="0"/>
              <a:t>Notification email received</a:t>
            </a:r>
          </a:p>
          <a:p>
            <a:r>
              <a:rPr sz="1400" dirty="0"/>
              <a:t>Optional if time permits: timeout scenario, Kafka UI, Operate history</a:t>
            </a:r>
          </a:p>
        </p:txBody>
      </p:sp>
      <p:sp>
        <p:nvSpPr>
          <p:cNvPr id="5" name="Textfeld 4">
            <a:extLst>
              <a:ext uri="{FF2B5EF4-FFF2-40B4-BE49-F238E27FC236}">
                <a16:creationId xmlns:a16="http://schemas.microsoft.com/office/drawing/2014/main" id="{51056A29-2586-9181-9FD7-30844C24EAE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16</a:t>
            </a:fld>
            <a:endParaRPr lang="de-DE" sz="1200" dirty="0">
              <a:solidFill>
                <a:schemeClr val="bg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 &amp; Key Takeaways</a:t>
            </a:r>
          </a:p>
        </p:txBody>
      </p:sp>
      <p:sp>
        <p:nvSpPr>
          <p:cNvPr id="3" name="Content Placeholder 2"/>
          <p:cNvSpPr>
            <a:spLocks noGrp="1"/>
          </p:cNvSpPr>
          <p:nvPr>
            <p:ph idx="1"/>
          </p:nvPr>
        </p:nvSpPr>
        <p:spPr/>
        <p:txBody>
          <a:bodyPr wrap="square"/>
          <a:lstStyle/>
          <a:p>
            <a:r>
              <a:rPr sz="1600"/>
              <a:t>5 microservices, 2 channels (Kafka + Zeebe), 11 EDPO concepts implemented</a:t>
            </a:r>
          </a:p>
          <a:p>
            <a:r>
              <a:rPr sz="1600"/>
              <a:t>Two saga patterns chosen by wait semantics, not by preference</a:t>
            </a:r>
          </a:p>
          <a:p>
            <a:r>
              <a:rPr sz="1600"/>
              <a:t>Flag-driven completion keeps compensation paths reachable</a:t>
            </a:r>
          </a:p>
          <a:p>
            <a:r>
              <a:rPr sz="1600"/>
              <a:t>Transactional outbox + idempotent consumer + human escalation as a chain</a:t>
            </a:r>
          </a:p>
          <a:p>
            <a:r>
              <a:rPr sz="1600"/>
              <a:t>Dedicated orchestration service preserves bounded context autonomy</a:t>
            </a:r>
          </a:p>
          <a:p>
            <a:r>
              <a:rPr sz="1600"/>
              <a:t>20 ADRs documenting every architectural decision with rationale</a:t>
            </a:r>
          </a:p>
        </p:txBody>
      </p:sp>
      <p:sp>
        <p:nvSpPr>
          <p:cNvPr id="5" name="Textfeld 4">
            <a:extLst>
              <a:ext uri="{FF2B5EF4-FFF2-40B4-BE49-F238E27FC236}">
                <a16:creationId xmlns:a16="http://schemas.microsoft.com/office/drawing/2014/main" id="{E0A2AB02-C761-949F-F123-BE55FF0DA7F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17</a:t>
            </a:fld>
            <a:endParaRPr lang="de-DE" sz="1200" dirty="0">
              <a:solidFill>
                <a:schemeClr val="bg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Questions?</a:t>
            </a:r>
          </a:p>
        </p:txBody>
      </p:sp>
      <p:sp>
        <p:nvSpPr>
          <p:cNvPr id="3" name="TextBox 2"/>
          <p:cNvSpPr txBox="1"/>
          <p:nvPr/>
        </p:nvSpPr>
        <p:spPr>
          <a:xfrm>
            <a:off x="365760" y="2011680"/>
            <a:ext cx="8412480" cy="2560320"/>
          </a:xfrm>
          <a:prstGeom prst="rect">
            <a:avLst/>
          </a:prstGeom>
          <a:noFill/>
        </p:spPr>
        <p:txBody>
          <a:bodyPr wrap="square">
            <a:spAutoFit/>
          </a:bodyPr>
          <a:lstStyle/>
          <a:p>
            <a:r>
              <a:rPr sz="1800" b="1"/>
              <a:t>Anticipated backup topics</a:t>
            </a:r>
          </a:p>
          <a:p>
            <a:r>
              <a:rPr sz="1600"/>
              <a:t>•  Why orchestration rather than choreography?</a:t>
            </a:r>
          </a:p>
          <a:p>
            <a:r>
              <a:rPr sz="1600"/>
              <a:t>•  Why JSON over Avro for Kafka serialization?</a:t>
            </a:r>
          </a:p>
          <a:p>
            <a:r>
              <a:rPr sz="1600"/>
              <a:t>•  How would you scale this to production?</a:t>
            </a:r>
          </a:p>
          <a:p>
            <a:r>
              <a:rPr sz="1600"/>
              <a:t>•  What would you do differently next time?</a:t>
            </a:r>
          </a:p>
        </p:txBody>
      </p:sp>
      <p:sp>
        <p:nvSpPr>
          <p:cNvPr id="5" name="Textfeld 4">
            <a:extLst>
              <a:ext uri="{FF2B5EF4-FFF2-40B4-BE49-F238E27FC236}">
                <a16:creationId xmlns:a16="http://schemas.microsoft.com/office/drawing/2014/main" id="{EA8403D8-2381-78D9-E4E4-121C9437F6C6}"/>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18</a:t>
            </a:fld>
            <a:endParaRPr lang="de-DE" sz="1200" dirty="0">
              <a:solidFill>
                <a:schemeClr val="bg1"/>
              </a:solidFill>
            </a:endParaRPr>
          </a:p>
        </p:txBody>
      </p:sp>
    </p:spTree>
  </p:cSld>
  <p:clrMapOvr>
    <a:masterClrMapping/>
  </p:clrMapOvr>
</p:sld>
</file>

<file path=ppt/theme/theme1.xml><?xml version="1.0" encoding="utf-8"?>
<a:theme xmlns:a="http://schemas.openxmlformats.org/drawingml/2006/main" name="UNISG PPT">
  <a:themeElements>
    <a:clrScheme name="uni stgallen Colors">
      <a:dk1>
        <a:sysClr val="windowText" lastClr="000000"/>
      </a:dk1>
      <a:lt1>
        <a:sysClr val="window" lastClr="FFFFFF"/>
      </a:lt1>
      <a:dk2>
        <a:srgbClr val="0A5F2D"/>
      </a:dk2>
      <a:lt2>
        <a:srgbClr val="FFFFFF"/>
      </a:lt2>
      <a:accent1>
        <a:srgbClr val="00802F"/>
      </a:accent1>
      <a:accent2>
        <a:srgbClr val="E1D7C3"/>
      </a:accent2>
      <a:accent3>
        <a:srgbClr val="EB6969"/>
      </a:accent3>
      <a:accent4>
        <a:srgbClr val="73A5AF"/>
      </a:accent4>
      <a:accent5>
        <a:srgbClr val="FFF04B"/>
      </a:accent5>
      <a:accent6>
        <a:srgbClr val="0A5F2D"/>
      </a:accent6>
      <a:hlink>
        <a:srgbClr val="00802F"/>
      </a:hlink>
      <a:folHlink>
        <a:srgbClr val="0A5F2D"/>
      </a:folHlink>
    </a:clrScheme>
    <a:fontScheme name="uni stgallen Fonts">
      <a:majorFont>
        <a:latin typeface="Gill Sans Nova"/>
        <a:ea typeface=""/>
        <a:cs typeface=""/>
      </a:majorFont>
      <a:minorFont>
        <a:latin typeface="Gill Sans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ni_stgallen_master_01.potx" id="{30835CC8-2B5A-4E70-B341-DDAB901ED00B}" vid="{29D780FA-9373-4C8E-8A10-29358CDEA5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1870F55-7693-4BED-BB93-08298D6C04B0}">
  <we:reference id="94886107-76f9-4f92-aa81-ee726374f3e7" version="1.0.0.7"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item1.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56510","enableDocumentContentUpdater":true,"version":"2.0"}]]></TemplafySlideTemplateConfiguration>
</file>

<file path=customXml/item2.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13416","enableDocumentContentUpdater":true,"version":"2.0"}]]></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7008","enableDocumentContentUpdater":true,"version":"2.0"}]]></TemplafySlideTemplateConfiguration>
</file>

<file path=customXml/item5.xml><?xml version="1.0" encoding="utf-8"?>
<TemplafySlideFormConfiguration><![CDATA[{"formFields":[],"formDataEntries":[]}]]></TemplafySlideFormConfiguration>
</file>

<file path=customXml/item6.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9210","enableDocumentContentUpdater":true,"version":"2.0"}]]></TemplafySlideTemplateConfiguration>
</file>

<file path=customXml/item7.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8.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95832","enableDocumentContentUpdater":true,"version":"2.0"}]]></TemplafySlideTemplateConfiguration>
</file>

<file path=customXml/item9.xml><?xml version="1.0" encoding="utf-8"?>
<TemplafySlideFormConfiguration><![CDATA[{"formFields":[],"formDataEntries":[]}]]></TemplafySlideFormConfiguration>
</file>

<file path=customXml/item10.xml><?xml version="1.0" encoding="utf-8"?>
<TemplafySlideTemplateConfiguration><![CDATA[{"slideVersion":1,"isValidatorEnabled":false,"isLocked":false,"elementsMetadata":[],"slideId":"637750113834254135","enableDocumentContentUpdater":true,"version":"2.0"}]]></TemplafySlideTemplateConfiguration>
</file>

<file path=customXml/item11.xml><?xml version="1.0" encoding="utf-8"?>
<p:properties xmlns:p="http://schemas.microsoft.com/office/2006/metadata/properties" xmlns:xsi="http://www.w3.org/2001/XMLSchema-instance" xmlns:pc="http://schemas.microsoft.com/office/infopath/2007/PartnerControls">
  <documentManagement>
    <lcf76f155ced4ddcb4097134ff3c332f xmlns="07c8a24f-8b40-44ca-950f-ae5db2c4fa23">
      <Terms xmlns="http://schemas.microsoft.com/office/infopath/2007/PartnerControls"/>
    </lcf76f155ced4ddcb4097134ff3c332f>
    <TaxCatchAll xmlns="71d337dc-809a-4269-a690-d6cd31b4acd0" xsi:nil="true"/>
  </documentManagement>
</p:properties>
</file>

<file path=customXml/item12.xml><?xml version="1.0" encoding="utf-8"?>
<TemplafySlideTemplateConfiguration><![CDATA[{"slideVersion":1,"isValidatorEnabled":false,"isLocked":false,"elementsMetadata":[],"slideId":"637750113834120761","enableDocumentContentUpdater":true,"version":"2.0"}]]></TemplafySlideTemplateConfiguration>
</file>

<file path=customXml/item13.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8097175473157463","enableDocumentContentUpdater":false,"version":"2.0"}]]></TemplafySlideTemplateConfiguration>
</file>

<file path=customXml/item14.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15.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16.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7608","enableDocumentContentUpdater":true,"version":"2.0"}]]></TemplafySlideTemplateConfiguration>
</file>

<file path=customXml/item17.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35648","enableDocumentContentUpdater":true,"version":"2.0"}]]></TemplafySlideTemplateConfiguration>
</file>

<file path=customXml/item18.xml><?xml version="1.0" encoding="utf-8"?>
<Templafy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name":"Date","value":"+Z5Mp3YA6oBTYCzRQ9X9ow=="},{"name":"FooterLogo","value":"iTzqZGj1P6MRGUQq8ahlhA=="}]}]]></TemplafyFormConfiguration>
</file>

<file path=customXml/item19.xml><?xml version="1.0" encoding="utf-8"?>
<TemplafySlideTemplateConfiguration><![CDATA[{"slideVersion":1,"isValidatorEnabled":false,"isLocked":false,"elementsMetadata":[],"slideId":"637750113834122525","enableDocumentContentUpdater":true,"version":"2.0"}]]></TemplafySlideTemplateConfiguration>
</file>

<file path=customXml/item20.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37210","enableDocumentContentUpdater":true,"version":"2.0"}]]></TemplafySlideTemplateConfiguration>
</file>

<file path=customXml/item21.xml><?xml version="1.0" encoding="utf-8"?>
<TemplafySlideFormConfiguration><![CDATA[{"formFields":[],"formDataEntries":[]}]]></TemplafySlideFormConfiguration>
</file>

<file path=customXml/item22.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23.xml><?xml version="1.0" encoding="utf-8"?>
<TemplafySlideFormConfiguration><![CDATA[{"formFields":[],"formDataEntries":[]}]]></TemplafySlideFormConfiguration>
</file>

<file path=customXml/item24.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25.xml><?xml version="1.0" encoding="utf-8"?>
<TemplafySlideFormConfiguration><![CDATA[{"formFields":[],"formDataEntries":[]}]]></TemplafySlideFormConfiguration>
</file>

<file path=customXml/item26.xml><?xml version="1.0" encoding="utf-8"?>
<TemplafySlideFormConfiguration><![CDATA[{"formFields":[],"formDataEntries":[]}]]></TemplafySlideFormConfiguration>
</file>

<file path=customXml/item27.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type":"shape","elementConfiguration":{"binding":"{{UserProfile.Department.DepartmentName}} \n{{UserProfile.Department.DepartmentStreet}} {{UserProfile.Department.DepartmentStreetNumber}} \n{{UserProfile.Department.DepartmentPOBox}} {{UserProfile.Department.DepartmentCity}} \n{{UserProfile.Department.DepartmentCountry}} \n{{UserProfile.Department.DepartmentWebsite}}","type":"text","disableUpdates":false}}],"slideId":"637750113834283378","enableDocumentContentUpdater":true,"version":"2.0"}]]></TemplafySlideTemplateConfiguration>
</file>

<file path=customXml/item28.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79331","enableDocumentContentUpdater":true,"version":"2.0"}]]></TemplafySlideTemplateConfiguration>
</file>

<file path=customXml/item29.xml><?xml version="1.0" encoding="utf-8"?>
<TemplafySlideFormConfiguration><![CDATA[{"formFields":[],"formDataEntries":[]}]]></TemplafySlideFormConfiguration>
</file>

<file path=customXml/item30.xml><?xml version="1.0" encoding="utf-8"?>
<TemplafySlideTemplateConfiguration><![CDATA[{"slideVersion":1,"isValidatorEnabled":false,"isLocked":false,"elementsMetadata":[],"slideId":"637750113834125595","enableDocumentContentUpdater":true,"version":"2.0"}]]></TemplafySlideTemplateConfiguration>
</file>

<file path=customXml/item31.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6457","enableDocumentContentUpdater":true,"version":"2.0"}]]></TemplafySlideTemplateConfiguration>
</file>

<file path=customXml/item32.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3.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4.xml><?xml version="1.0" encoding="utf-8"?>
<TemplafySlideFormConfiguration><![CDATA[{"formFields":[],"formDataEntries":[]}]]></TemplafySlideFormConfiguration>
</file>

<file path=customXml/item35.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6.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7.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binding":"{{Form.Footer}}","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UserProfile.Department.DepartmentName}}","visibility":"{{IfElse(Form.FooterLogo, VisibilityType.Hidden,VisibilityType.Visible)}}","type":"text","disableUpdates":false}}],"slideId":"637750113834107890","enableDocumentContentUpdater":true,"version":"2.0"}]]></TemplafySlideTemplateConfiguration>
</file>

<file path=customXml/item38.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31105","enableDocumentContentUpdater":true,"version":"2.0"}]]></TemplafySlideTemplateConfiguration>
</file>

<file path=customXml/item39.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0.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49425","enableDocumentContentUpdater":true,"version":"2.0"}]]></TemplafySlideTemplateConfiguration>
</file>

<file path=customXml/item41.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57356","enableDocumentContentUpdater":true,"version":"2.0"}]]></TemplafySlideTemplateConfiguration>
</file>

<file path=customXml/item42.xml><?xml version="1.0" encoding="utf-8"?>
<TemplafySlideTemplateConfiguration><![CDATA[{"slideVersion":1,"isValidatorEnabled":false,"isLocked":false,"elementsMetadata":[],"slideId":"637750113834130535","enableDocumentContentUpdater":true,"version":"2.0"}]]></TemplafySlideTemplateConfiguration>
</file>

<file path=customXml/item43.xml><?xml version="1.0" encoding="utf-8"?>
<TemplafySlideFormConfiguration><![CDATA[{"formFields":[],"formDataEntries":[]}]]></TemplafySlideFormConfiguration>
</file>

<file path=customXml/item44.xml><?xml version="1.0" encoding="utf-8"?>
<TemplafySlideFormConfiguration><![CDATA[{"formFields":[],"formDataEntries":[]}]]></TemplafySlideFormConfiguration>
</file>

<file path=customXml/item45.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6.xml><?xml version="1.0" encoding="utf-8"?>
<TemplafySlideTemplateConfiguration><![CDATA[{"slideVersion":1,"isValidatorEnabled":false,"isLocked":false,"elementsMetadata":[],"slideId":"637750113834253485","enableDocumentContentUpdater":true,"version":"2.0"}]]></TemplafySlideTemplateConfiguration>
</file>

<file path=customXml/item47.xml><?xml version="1.0" encoding="utf-8"?>
<?mso-contentType ?>
<FormTemplates xmlns="http://schemas.microsoft.com/sharepoint/v3/contenttype/forms">
  <Display>DocumentLibraryForm</Display>
  <Edit>DocumentLibraryForm</Edit>
  <New>DocumentLibraryForm</New>
</FormTemplates>
</file>

<file path=customXml/item48.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9.xml><?xml version="1.0" encoding="utf-8"?>
<ct:contentTypeSchema xmlns:ct="http://schemas.microsoft.com/office/2006/metadata/contentType" xmlns:ma="http://schemas.microsoft.com/office/2006/metadata/properties/metaAttributes" ct:_="" ma:_="" ma:contentTypeName="Document" ma:contentTypeID="0x01010034C2EED3AEDAB24AB48AF05A7A255DF4" ma:contentTypeVersion="21" ma:contentTypeDescription="Create a new document." ma:contentTypeScope="" ma:versionID="274d9017fadbcc8b67afbe4b22a55600">
  <xsd:schema xmlns:xsd="http://www.w3.org/2001/XMLSchema" xmlns:xs="http://www.w3.org/2001/XMLSchema" xmlns:p="http://schemas.microsoft.com/office/2006/metadata/properties" xmlns:ns2="07c8a24f-8b40-44ca-950f-ae5db2c4fa23" xmlns:ns3="71d337dc-809a-4269-a690-d6cd31b4acd0" targetNamespace="http://schemas.microsoft.com/office/2006/metadata/properties" ma:root="true" ma:fieldsID="0b58614a3de855f8a451fa93eb2e43b4" ns2:_="" ns3:_="">
    <xsd:import namespace="07c8a24f-8b40-44ca-950f-ae5db2c4fa23"/>
    <xsd:import namespace="71d337dc-809a-4269-a690-d6cd31b4acd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3:TaxCatchAll" minOccurs="0"/>
                <xsd:element ref="ns2:lcf76f155ced4ddcb4097134ff3c332f"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c8a24f-8b40-44ca-950f-ae5db2c4fa2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internalName="MediaServiceAutoTags" ma:readOnly="true">
      <xsd:simpleType>
        <xsd:restriction base="dms:Text"/>
      </xsd:simpleType>
    </xsd:element>
    <xsd:element name="MediaServiceOCR" ma:index="11" nillable="true" ma:displayName="MediaServiceOCR"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9a650111-7fb8-408c-8449-112adb6e2edd"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1d337dc-809a-4269-a690-d6cd31b4acd0"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8f3f5698-4e7b-49a9-bf00-a8b38c5133ff}" ma:internalName="TaxCatchAll" ma:showField="CatchAllData" ma:web="71d337dc-809a-4269-a690-d6cd31b4a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50.xml><?xml version="1.0" encoding="utf-8"?>
<TemplafySlideFormConfiguration><![CDATA[{"formFields":[],"formDataEntries":[]}]]></TemplafySlideFormConfiguration>
</file>

<file path=customXml/item51.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52.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1908","enableDocumentContentUpdater":true,"version":"2.0"}]]></TemplafySlideTemplateConfiguration>
</file>

<file path=customXml/item53.xml><?xml version="1.0" encoding="utf-8"?>
<TemplafyTemplateConfiguration><![CDATA[{"elementsMetadata":[{"type":"shape","id":"56ce75b3-422e-4bea-941a-dc00172cd73f","elementConfiguration":{"binding":"{{FormatDateTime(Form.Date,Translate(\"DateFormat\"),DocumentLanguage)}}","type":"text","disableUpdates":false}},{"type":"shape","id":"ff4a6372-22c5-4dd4-8428-3be358c8e860","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802336ec-566b-4a3d-896e-7cccb9fe246d","elementConfiguration":{"binding":"{{Form.Footer}}","type":"text","disableUpdates":false}},{"type":"shape","id":"a2d41398-5271-4cc9-b1dd-66e099bdef04","elementConfiguration":{"binding":"{{UserProfile.Department.DepartmentName}}","visibility":"{{IfElse(Form.FooterLogo, VisibilityType.Hidden,VisibilityType.Visible)}}","type":"text","disableUpdates":false}},{"type":"shape","id":"a40dda36-18a9-40da-9166-9a47a867251f","elementConfiguration":{"width":"{{UserProfile.Department.REFDepartmentLogo.WidthPNGPPT}}","height":"{{UserProfile.Department.REFDepartmentLogo.HeightPNGPPT}}","image":"{{UserProfile.Department.REFDepartmentLogo.ImagePNG}}","type":"image","disableUpdates":false}},{"type":"shape","id":"239d4f55-1bac-4607-8b11-947c6c77cd46","elementConfiguration":{"binding":"{{UserProfile.Department.DepartmentName}} \n{{UserProfile.Department.DepartmentStreet}} {{UserProfile.Department.DepartmentStreetNumber}} \n{{UserProfile.Department.DepartmentPOBox}} {{UserProfile.Department.DepartmentCity}} \n{{UserProfile.Department.DepartmentCountry}} \n{{UserProfile.Department.DepartmentWebsite}}","type":"text","disableUpdates":false}},{"type":"shape","id":"4e7e3c8a-6e06-4468-a348-0ba7b10c4800","elementConfiguration":{"width":"{{UserProfile.Department.REFDepartmentLogo.WidthPNGPPT}}","height":"{{UserProfile.Department.REFDepartmentLogo.HeightPNGPPT}}","image":"{{UserProfile.Department.REFDepartmentLogo.ImagePNG}}","type":"image","disableUpdates":false}},{"type":"shape","id":"843f5766-31d9-4280-a669-00226bb12ba8","elementConfiguration":{"binding":"{{FormatDateTime(Form.Date,Translate(\"DateFormat\"),DocumentLanguage)}}","type":"text","disableUpdates":false}},{"type":"shape","id":"9b9e4f3c-de31-4236-8ed4-5b99f4d3cf2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75162e3e-ae53-4b5e-99da-7a45748d34cc","elementConfiguration":{"binding":"{{Form.Footer}}","type":"text","disableUpdates":false}},{"type":"shape","id":"4b457ff6-1749-4ff7-9ec1-d06b95bd97c4","elementConfiguration":{"binding":"{{UserProfile.Department.DepartmentName}}","visibility":"{{IfElse(Form.FooterLogo, VisibilityType.Hidden,VisibilityType.Visible)}}","type":"text","disableUpdates":false}},{"type":"shape","id":"595e50e6-f562-4e70-8412-9b3e58d54d40","elementConfiguration":{"width":"{{UserProfile.Department.REFDepartmentLogo.WidthPNGPPT}}","height":"{{UserProfile.Department.REFDepartmentLogo.HeightPNGPPT}}","image":"{{UserProfile.Department.REFDepartmentLogo.ImagePNG}}","type":"image","disableUpdates":false}},{"type":"shape","id":"987706d0-0020-48f8-abb7-fa71e92ba907","elementConfiguration":{"binding":"{{FormatDateTime(Form.Date,Translate(\"DateFormat\"),DocumentLanguage)}}","type":"text","disableUpdates":false}},{"type":"shape","id":"18680601-61d8-4c65-b887-d43faff0f7e7","elementConfiguration":{"width":"{{UserProfile.Department.REFDepartmentLogo.WidthPNGPPT}}","height":"{{UserProfile.Department.REFDepartmentLogo.HeightPNGPPT}}","image":"{{UserProfile.Department.REFDepartmentLogo.ImagePNG}}","type":"image","disableUpdates":false}},{"type":"shape","id":"889eed5e-adc6-4545-a320-e60e7fe89049","elementConfiguration":{"binding":"{{FormatDateTime(Form.Date,Translate(\"DateFormat\"),DocumentLanguage)}}","type":"text","disableUpdates":false}},{"type":"shape","id":"3f852e2a-90cd-405b-aa63-881f2da03bb5","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a606881e-514e-4f57-b14a-3e310a69b4b5","elementConfiguration":{"binding":"{{Form.Footer}}","type":"text","disableUpdates":false}},{"type":"shape","id":"d89fcdf5-4b31-4eed-a6ec-a34b7588e3dc","elementConfiguration":{"binding":"{{UserProfile.Department.DepartmentName}}","visibility":"{{IfElse(Form.FooterLogo, VisibilityType.Hidden,VisibilityType.Visible)}}","type":"text","disableUpdates":false}},{"type":"shape","id":"e4895852-1c5c-4754-a233-3eec028fd2a8","elementConfiguration":{"binding":"{{FormatDateTime(Form.Date,Translate(\"DateFormat\"),DocumentLanguage)}}","type":"text","disableUpdates":false}},{"type":"shape","id":"d621d8b6-cd2e-463b-982e-d95c5f8a82fb","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65b937f8-b6ed-482d-9fcb-89e2ad98182a","elementConfiguration":{"binding":"{{Form.Footer}}","type":"text","disableUpdates":false}},{"type":"shape","id":"8e41931c-7f95-42d4-bfa3-9c5f04293069","elementConfiguration":{"binding":"{{UserProfile.Department.DepartmentName}}","visibility":"{{IfElse(Form.FooterLogo, VisibilityType.Hidden,VisibilityType.Visible)}}","type":"text","disableUpdates":false}},{"type":"shape","id":"313b8357-6b18-490c-9533-a6c0ee071962","elementConfiguration":{"binding":"{{FormatDateTime(Form.Date,Translate(\"DateFormat\"),DocumentLanguage)}}","type":"text","disableUpdates":false}},{"type":"shape","id":"69582c92-e5c7-4749-97ef-47cc4b58fa8b","elementConfiguration":{"binding":"{{FormatDateTime(Form.Date,Translate(\"DateFormat\"),DocumentLanguage)}}","type":"text","disableUpdates":false}},{"type":"shape","id":"4ee707e9-0b9f-42e6-bfac-8cfa418e9d62","elementConfiguration":{"binding":"{{Form.Footer}}","type":"text","disableUpdates":false}},{"type":"shape","id":"b710521b-d63f-429f-a075-a52a6cb7c897","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4c8a9ee4-f540-4aa0-9380-f692b4e2dcc6","elementConfiguration":{"binding":"{{UserProfile.Department.DepartmentName}}","visibility":"{{IfElse(Form.FooterLogo, VisibilityType.Hidden,VisibilityType.Visible)}}","type":"text","disableUpdates":false}},{"type":"shape","id":"9c2bec1f-485e-44d6-987c-4c2a62826230","elementConfiguration":{"binding":"{{FormatDateTime(Form.Date,Translate(\"DateFormat\"),DocumentLanguage)}}","type":"text","disableUpdates":false}},{"type":"shape","id":"965f1849-534b-4cf0-ad65-b946ad9126d8","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73b120c8-aa6c-4644-86bc-360261a349b9","elementConfiguration":{"binding":"{{Form.Footer}}","type":"text","disableUpdates":false}},{"type":"shape","id":"297fab75-6aaa-4b1a-95bb-193250870530","elementConfiguration":{"binding":"{{UserProfile.Department.DepartmentName}}","visibility":"{{IfElse(Form.FooterLogo, VisibilityType.Hidden,VisibilityType.Visible)}}","type":"text","disableUpdates":false}}],"transformationConfigurations":[{"language":"{{UserProfile.DocumentLanguage.Language}}","disableUpdates":false,"type":"proofingLanguage"},{"propertyName":"creator","propertyValue":"{{UserProfile.FirstName}} {{UserProfile.LastName}}","disableUpdates":false,"type":"documentProperty"},{"propertyName":"title","propertyValue":"Presentation - University of St.Gallen","disableUpdates":false,"type":"documentProperty"}],"templateName":"UNISG Präsentation","templateDescription":"","enableDocumentContentUpdater":true,"version":"2.0"}]]></TemplafyTemplateConfiguration>
</file>

<file path=customXml/item54.xml><?xml version="1.0" encoding="utf-8"?>
<TemplafySlideTemplateConfiguration><![CDATA[{"slideVersion":1,"isValidatorEnabled":false,"isLocked":false,"elementsMetadata":[],"slideId":"637750113834267111","enableDocumentContentUpdater":true,"version":"2.0"}]]></TemplafySlideTemplateConfiguration>
</file>

<file path=customXml/item55.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4450","enableDocumentContentUpdater":true,"version":"2.0"}]]></TemplafySlideTemplateConfiguration>
</file>

<file path=customXml/itemProps1.xml><?xml version="1.0" encoding="utf-8"?>
<ds:datastoreItem xmlns:ds="http://schemas.openxmlformats.org/officeDocument/2006/customXml" ds:itemID="{90BBE109-2328-4050-BC2C-A7208F976826}">
  <ds:schemaRefs/>
</ds:datastoreItem>
</file>

<file path=customXml/itemProps2.xml><?xml version="1.0" encoding="utf-8"?>
<ds:datastoreItem xmlns:ds="http://schemas.openxmlformats.org/officeDocument/2006/customXml" ds:itemID="{DCBF58FE-EC78-4FA4-A4AD-8EA1AF6C427F}">
  <ds:schemaRefs/>
</ds:datastoreItem>
</file>

<file path=customXml/itemProps3.xml><?xml version="1.0" encoding="utf-8"?>
<ds:datastoreItem xmlns:ds="http://schemas.openxmlformats.org/officeDocument/2006/customXml" ds:itemID="{765EC35B-8AF2-40F0-BFE1-C19B71F66BB7}">
  <ds:schemaRefs/>
</ds:datastoreItem>
</file>

<file path=customXml/itemProps4.xml><?xml version="1.0" encoding="utf-8"?>
<ds:datastoreItem xmlns:ds="http://schemas.openxmlformats.org/officeDocument/2006/customXml" ds:itemID="{708F14FE-66F6-4744-AD1D-7632167C0D90}">
  <ds:schemaRefs/>
</ds:datastoreItem>
</file>

<file path=customXml/itemProps5.xml><?xml version="1.0" encoding="utf-8"?>
<ds:datastoreItem xmlns:ds="http://schemas.openxmlformats.org/officeDocument/2006/customXml" ds:itemID="{B77E3FB8-6B77-4C09-82A2-9AF5ACD3601A}">
  <ds:schemaRefs/>
</ds:datastoreItem>
</file>

<file path=customXml/itemProps6.xml><?xml version="1.0" encoding="utf-8"?>
<ds:datastoreItem xmlns:ds="http://schemas.openxmlformats.org/officeDocument/2006/customXml" ds:itemID="{DCC1EDEA-6109-42CD-9115-6BD85EF38642}">
  <ds:schemaRefs/>
</ds:datastoreItem>
</file>

<file path=customXml/itemProps7.xml><?xml version="1.0" encoding="utf-8"?>
<ds:datastoreItem xmlns:ds="http://schemas.openxmlformats.org/officeDocument/2006/customXml" ds:itemID="{FFAB5E35-3CC7-4E36-92C6-6DCD3F34D8CF}">
  <ds:schemaRefs/>
</ds:datastoreItem>
</file>

<file path=customXml/itemProps8.xml><?xml version="1.0" encoding="utf-8"?>
<ds:datastoreItem xmlns:ds="http://schemas.openxmlformats.org/officeDocument/2006/customXml" ds:itemID="{C9933F99-DED2-42B9-8123-10C71C06D0F5}">
  <ds:schemaRefs/>
</ds:datastoreItem>
</file>

<file path=customXml/itemProps9.xml><?xml version="1.0" encoding="utf-8"?>
<ds:datastoreItem xmlns:ds="http://schemas.openxmlformats.org/officeDocument/2006/customXml" ds:itemID="{552033E5-1422-443A-ABA7-A9FA421D7629}">
  <ds:schemaRefs/>
</ds:datastoreItem>
</file>

<file path=customXml/itemProps10.xml><?xml version="1.0" encoding="utf-8"?>
<ds:datastoreItem xmlns:ds="http://schemas.openxmlformats.org/officeDocument/2006/customXml" ds:itemID="{664F7CED-B0DA-429D-9A7F-4CBF61D24C26}">
  <ds:schemaRefs/>
</ds:datastoreItem>
</file>

<file path=customXml/itemProps11.xml><?xml version="1.0" encoding="utf-8"?>
<ds:datastoreItem xmlns:ds="http://schemas.openxmlformats.org/officeDocument/2006/customXml" ds:itemID="{6567BD5C-CC0C-4648-BED2-6CE28F06E5A9}">
  <ds:schemaRefs>
    <ds:schemaRef ds:uri="http://schemas.microsoft.com/office/2006/metadata/properties"/>
    <ds:schemaRef ds:uri="http://www.w3.org/XML/1998/namespace"/>
    <ds:schemaRef ds:uri="http://purl.org/dc/elements/1.1/"/>
    <ds:schemaRef ds:uri="http://purl.org/dc/terms/"/>
    <ds:schemaRef ds:uri="http://purl.org/dc/dcmitype/"/>
    <ds:schemaRef ds:uri="71d337dc-809a-4269-a690-d6cd31b4acd0"/>
    <ds:schemaRef ds:uri="http://schemas.microsoft.com/office/infopath/2007/PartnerControls"/>
    <ds:schemaRef ds:uri="http://schemas.microsoft.com/office/2006/documentManagement/types"/>
    <ds:schemaRef ds:uri="http://schemas.openxmlformats.org/package/2006/metadata/core-properties"/>
    <ds:schemaRef ds:uri="07c8a24f-8b40-44ca-950f-ae5db2c4fa23"/>
  </ds:schemaRefs>
</ds:datastoreItem>
</file>

<file path=customXml/itemProps12.xml><?xml version="1.0" encoding="utf-8"?>
<ds:datastoreItem xmlns:ds="http://schemas.openxmlformats.org/officeDocument/2006/customXml" ds:itemID="{10DF96B0-5AB8-4312-B635-364A70A3CD64}">
  <ds:schemaRefs/>
</ds:datastoreItem>
</file>

<file path=customXml/itemProps13.xml><?xml version="1.0" encoding="utf-8"?>
<ds:datastoreItem xmlns:ds="http://schemas.openxmlformats.org/officeDocument/2006/customXml" ds:itemID="{F0F415B7-3B60-D646-8E61-195FAF28F2E9}">
  <ds:schemaRefs/>
</ds:datastoreItem>
</file>

<file path=customXml/itemProps14.xml><?xml version="1.0" encoding="utf-8"?>
<ds:datastoreItem xmlns:ds="http://schemas.openxmlformats.org/officeDocument/2006/customXml" ds:itemID="{9B272F4A-5C95-4892-AAD9-D7AEF7A26919}">
  <ds:schemaRefs/>
</ds:datastoreItem>
</file>

<file path=customXml/itemProps15.xml><?xml version="1.0" encoding="utf-8"?>
<ds:datastoreItem xmlns:ds="http://schemas.openxmlformats.org/officeDocument/2006/customXml" ds:itemID="{3DAEF0AC-8F99-434C-A5E8-5F51192FBC2E}">
  <ds:schemaRefs/>
</ds:datastoreItem>
</file>

<file path=customXml/itemProps16.xml><?xml version="1.0" encoding="utf-8"?>
<ds:datastoreItem xmlns:ds="http://schemas.openxmlformats.org/officeDocument/2006/customXml" ds:itemID="{46D5571C-37EA-4B1A-965C-D1FF428CABBA}">
  <ds:schemaRefs/>
</ds:datastoreItem>
</file>

<file path=customXml/itemProps17.xml><?xml version="1.0" encoding="utf-8"?>
<ds:datastoreItem xmlns:ds="http://schemas.openxmlformats.org/officeDocument/2006/customXml" ds:itemID="{7DDF22D5-378F-4B43-9E2C-6011B6850318}">
  <ds:schemaRefs/>
</ds:datastoreItem>
</file>

<file path=customXml/itemProps18.xml><?xml version="1.0" encoding="utf-8"?>
<ds:datastoreItem xmlns:ds="http://schemas.openxmlformats.org/officeDocument/2006/customXml" ds:itemID="{9BA6235D-7E1A-4B9C-ADE5-24E162A87D03}">
  <ds:schemaRefs/>
</ds:datastoreItem>
</file>

<file path=customXml/itemProps19.xml><?xml version="1.0" encoding="utf-8"?>
<ds:datastoreItem xmlns:ds="http://schemas.openxmlformats.org/officeDocument/2006/customXml" ds:itemID="{BE973802-FCC6-412D-B906-CC95D3BA7379}">
  <ds:schemaRefs/>
</ds:datastoreItem>
</file>

<file path=customXml/itemProps20.xml><?xml version="1.0" encoding="utf-8"?>
<ds:datastoreItem xmlns:ds="http://schemas.openxmlformats.org/officeDocument/2006/customXml" ds:itemID="{0AF5DDBE-5E75-48FC-BA21-32ACE2374F30}">
  <ds:schemaRefs/>
</ds:datastoreItem>
</file>

<file path=customXml/itemProps21.xml><?xml version="1.0" encoding="utf-8"?>
<ds:datastoreItem xmlns:ds="http://schemas.openxmlformats.org/officeDocument/2006/customXml" ds:itemID="{A1DE4887-2FA9-49BA-B8BF-E79FB8D56958}">
  <ds:schemaRefs/>
</ds:datastoreItem>
</file>

<file path=customXml/itemProps22.xml><?xml version="1.0" encoding="utf-8"?>
<ds:datastoreItem xmlns:ds="http://schemas.openxmlformats.org/officeDocument/2006/customXml" ds:itemID="{1EEB1A81-9962-42B8-BE89-F24FBB4418EA}">
  <ds:schemaRefs/>
</ds:datastoreItem>
</file>

<file path=customXml/itemProps23.xml><?xml version="1.0" encoding="utf-8"?>
<ds:datastoreItem xmlns:ds="http://schemas.openxmlformats.org/officeDocument/2006/customXml" ds:itemID="{DE9A5BE9-B208-45C2-93C1-997B1E18C5E8}">
  <ds:schemaRefs/>
</ds:datastoreItem>
</file>

<file path=customXml/itemProps24.xml><?xml version="1.0" encoding="utf-8"?>
<ds:datastoreItem xmlns:ds="http://schemas.openxmlformats.org/officeDocument/2006/customXml" ds:itemID="{84926F0E-4CF9-4868-9C6A-F4B02CC81AC4}">
  <ds:schemaRefs/>
</ds:datastoreItem>
</file>

<file path=customXml/itemProps25.xml><?xml version="1.0" encoding="utf-8"?>
<ds:datastoreItem xmlns:ds="http://schemas.openxmlformats.org/officeDocument/2006/customXml" ds:itemID="{17B6E611-A877-40D8-9669-147A1865FF06}">
  <ds:schemaRefs/>
</ds:datastoreItem>
</file>

<file path=customXml/itemProps26.xml><?xml version="1.0" encoding="utf-8"?>
<ds:datastoreItem xmlns:ds="http://schemas.openxmlformats.org/officeDocument/2006/customXml" ds:itemID="{10CA47D5-62BF-412C-82C9-AD9C9628E81D}">
  <ds:schemaRefs/>
</ds:datastoreItem>
</file>

<file path=customXml/itemProps27.xml><?xml version="1.0" encoding="utf-8"?>
<ds:datastoreItem xmlns:ds="http://schemas.openxmlformats.org/officeDocument/2006/customXml" ds:itemID="{5CDA3866-4191-4ABE-B434-81C70850BD71}">
  <ds:schemaRefs/>
</ds:datastoreItem>
</file>

<file path=customXml/itemProps28.xml><?xml version="1.0" encoding="utf-8"?>
<ds:datastoreItem xmlns:ds="http://schemas.openxmlformats.org/officeDocument/2006/customXml" ds:itemID="{66FA18C0-85E2-48F7-961D-7BE01285C862}">
  <ds:schemaRefs/>
</ds:datastoreItem>
</file>

<file path=customXml/itemProps29.xml><?xml version="1.0" encoding="utf-8"?>
<ds:datastoreItem xmlns:ds="http://schemas.openxmlformats.org/officeDocument/2006/customXml" ds:itemID="{187CDBC8-4301-CA40-9C1E-C2AAF09F8BBD}">
  <ds:schemaRefs/>
</ds:datastoreItem>
</file>

<file path=customXml/itemProps30.xml><?xml version="1.0" encoding="utf-8"?>
<ds:datastoreItem xmlns:ds="http://schemas.openxmlformats.org/officeDocument/2006/customXml" ds:itemID="{4CA08EE0-6BFF-42CE-9AEB-A2BB1FFE120F}">
  <ds:schemaRefs/>
</ds:datastoreItem>
</file>

<file path=customXml/itemProps31.xml><?xml version="1.0" encoding="utf-8"?>
<ds:datastoreItem xmlns:ds="http://schemas.openxmlformats.org/officeDocument/2006/customXml" ds:itemID="{45B06F8E-AA4D-4F38-9B8B-099300ECC694}">
  <ds:schemaRefs/>
</ds:datastoreItem>
</file>

<file path=customXml/itemProps32.xml><?xml version="1.0" encoding="utf-8"?>
<ds:datastoreItem xmlns:ds="http://schemas.openxmlformats.org/officeDocument/2006/customXml" ds:itemID="{2754228B-0BD8-45C5-B5EB-94306059B5EC}">
  <ds:schemaRefs/>
</ds:datastoreItem>
</file>

<file path=customXml/itemProps33.xml><?xml version="1.0" encoding="utf-8"?>
<ds:datastoreItem xmlns:ds="http://schemas.openxmlformats.org/officeDocument/2006/customXml" ds:itemID="{A35AE265-4942-487E-9782-B0313E5BE5BA}">
  <ds:schemaRefs/>
</ds:datastoreItem>
</file>

<file path=customXml/itemProps34.xml><?xml version="1.0" encoding="utf-8"?>
<ds:datastoreItem xmlns:ds="http://schemas.openxmlformats.org/officeDocument/2006/customXml" ds:itemID="{4907208B-9EFE-4124-A198-13AD782B858C}">
  <ds:schemaRefs/>
</ds:datastoreItem>
</file>

<file path=customXml/itemProps35.xml><?xml version="1.0" encoding="utf-8"?>
<ds:datastoreItem xmlns:ds="http://schemas.openxmlformats.org/officeDocument/2006/customXml" ds:itemID="{B0437DFC-C606-441B-B8FC-7769CEA71C34}">
  <ds:schemaRefs/>
</ds:datastoreItem>
</file>

<file path=customXml/itemProps36.xml><?xml version="1.0" encoding="utf-8"?>
<ds:datastoreItem xmlns:ds="http://schemas.openxmlformats.org/officeDocument/2006/customXml" ds:itemID="{600482A4-E9CD-4DA2-AD6D-ED3DAAC7A90E}">
  <ds:schemaRefs/>
</ds:datastoreItem>
</file>

<file path=customXml/itemProps37.xml><?xml version="1.0" encoding="utf-8"?>
<ds:datastoreItem xmlns:ds="http://schemas.openxmlformats.org/officeDocument/2006/customXml" ds:itemID="{EF9A843C-DEE1-4221-96D6-063228FC0A5C}">
  <ds:schemaRefs/>
</ds:datastoreItem>
</file>

<file path=customXml/itemProps38.xml><?xml version="1.0" encoding="utf-8"?>
<ds:datastoreItem xmlns:ds="http://schemas.openxmlformats.org/officeDocument/2006/customXml" ds:itemID="{7D15E2AB-9AA3-4994-B62A-3E2F5C1A2EC4}">
  <ds:schemaRefs/>
</ds:datastoreItem>
</file>

<file path=customXml/itemProps39.xml><?xml version="1.0" encoding="utf-8"?>
<ds:datastoreItem xmlns:ds="http://schemas.openxmlformats.org/officeDocument/2006/customXml" ds:itemID="{22F15940-6A24-4FEF-A717-C5EC22A291A1}">
  <ds:schemaRefs/>
</ds:datastoreItem>
</file>

<file path=customXml/itemProps40.xml><?xml version="1.0" encoding="utf-8"?>
<ds:datastoreItem xmlns:ds="http://schemas.openxmlformats.org/officeDocument/2006/customXml" ds:itemID="{8AA700CF-41AC-4CCC-923C-17ED3F632772}">
  <ds:schemaRefs/>
</ds:datastoreItem>
</file>

<file path=customXml/itemProps41.xml><?xml version="1.0" encoding="utf-8"?>
<ds:datastoreItem xmlns:ds="http://schemas.openxmlformats.org/officeDocument/2006/customXml" ds:itemID="{D4F2BED0-C414-46BA-AF63-E57A81C2B9FC}">
  <ds:schemaRefs/>
</ds:datastoreItem>
</file>

<file path=customXml/itemProps42.xml><?xml version="1.0" encoding="utf-8"?>
<ds:datastoreItem xmlns:ds="http://schemas.openxmlformats.org/officeDocument/2006/customXml" ds:itemID="{BA2D1F52-F0AD-4181-AA76-1D6F58ED2D3E}">
  <ds:schemaRefs/>
</ds:datastoreItem>
</file>

<file path=customXml/itemProps43.xml><?xml version="1.0" encoding="utf-8"?>
<ds:datastoreItem xmlns:ds="http://schemas.openxmlformats.org/officeDocument/2006/customXml" ds:itemID="{AB24DB1C-E169-480A-9390-B8AAE56F6957}">
  <ds:schemaRefs/>
</ds:datastoreItem>
</file>

<file path=customXml/itemProps44.xml><?xml version="1.0" encoding="utf-8"?>
<ds:datastoreItem xmlns:ds="http://schemas.openxmlformats.org/officeDocument/2006/customXml" ds:itemID="{DC466C4A-550D-4144-830C-62BC000CB329}">
  <ds:schemaRefs/>
</ds:datastoreItem>
</file>

<file path=customXml/itemProps45.xml><?xml version="1.0" encoding="utf-8"?>
<ds:datastoreItem xmlns:ds="http://schemas.openxmlformats.org/officeDocument/2006/customXml" ds:itemID="{55868A80-4CEC-40D9-B298-8CDA543EF6B4}">
  <ds:schemaRefs/>
</ds:datastoreItem>
</file>

<file path=customXml/itemProps46.xml><?xml version="1.0" encoding="utf-8"?>
<ds:datastoreItem xmlns:ds="http://schemas.openxmlformats.org/officeDocument/2006/customXml" ds:itemID="{7F01121C-13E9-483A-B7E6-46DD03B75200}">
  <ds:schemaRefs/>
</ds:datastoreItem>
</file>

<file path=customXml/itemProps47.xml><?xml version="1.0" encoding="utf-8"?>
<ds:datastoreItem xmlns:ds="http://schemas.openxmlformats.org/officeDocument/2006/customXml" ds:itemID="{ED2A37DE-9640-4BAD-87EB-02349D3561C8}">
  <ds:schemaRefs>
    <ds:schemaRef ds:uri="http://schemas.microsoft.com/sharepoint/v3/contenttype/forms"/>
  </ds:schemaRefs>
</ds:datastoreItem>
</file>

<file path=customXml/itemProps48.xml><?xml version="1.0" encoding="utf-8"?>
<ds:datastoreItem xmlns:ds="http://schemas.openxmlformats.org/officeDocument/2006/customXml" ds:itemID="{357320CA-212D-4182-9447-766838BC3644}">
  <ds:schemaRefs/>
</ds:datastoreItem>
</file>

<file path=customXml/itemProps49.xml><?xml version="1.0" encoding="utf-8"?>
<ds:datastoreItem xmlns:ds="http://schemas.openxmlformats.org/officeDocument/2006/customXml" ds:itemID="{329B48A9-5067-463C-80F4-7C90FDDEC2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c8a24f-8b40-44ca-950f-ae5db2c4fa23"/>
    <ds:schemaRef ds:uri="71d337dc-809a-4269-a690-d6cd31b4a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50.xml><?xml version="1.0" encoding="utf-8"?>
<ds:datastoreItem xmlns:ds="http://schemas.openxmlformats.org/officeDocument/2006/customXml" ds:itemID="{57D5D086-3D49-4363-99E9-93FB10F7001F}">
  <ds:schemaRefs/>
</ds:datastoreItem>
</file>

<file path=customXml/itemProps51.xml><?xml version="1.0" encoding="utf-8"?>
<ds:datastoreItem xmlns:ds="http://schemas.openxmlformats.org/officeDocument/2006/customXml" ds:itemID="{A435609F-4C76-4415-A5FC-BB21AE5C4FD2}">
  <ds:schemaRefs/>
</ds:datastoreItem>
</file>

<file path=customXml/itemProps52.xml><?xml version="1.0" encoding="utf-8"?>
<ds:datastoreItem xmlns:ds="http://schemas.openxmlformats.org/officeDocument/2006/customXml" ds:itemID="{5F64DE57-8A63-47CA-A8AA-FC8E23CF697A}">
  <ds:schemaRefs/>
</ds:datastoreItem>
</file>

<file path=customXml/itemProps53.xml><?xml version="1.0" encoding="utf-8"?>
<ds:datastoreItem xmlns:ds="http://schemas.openxmlformats.org/officeDocument/2006/customXml" ds:itemID="{DD23DDCC-ABAF-42D1-9CB2-07E72D883C32}">
  <ds:schemaRefs/>
</ds:datastoreItem>
</file>

<file path=customXml/itemProps54.xml><?xml version="1.0" encoding="utf-8"?>
<ds:datastoreItem xmlns:ds="http://schemas.openxmlformats.org/officeDocument/2006/customXml" ds:itemID="{FCB61E48-E0AD-4F83-9AA4-8AC901918564}">
  <ds:schemaRefs/>
</ds:datastoreItem>
</file>

<file path=customXml/itemProps55.xml><?xml version="1.0" encoding="utf-8"?>
<ds:datastoreItem xmlns:ds="http://schemas.openxmlformats.org/officeDocument/2006/customXml" ds:itemID="{0D0AC32F-64CA-4FED-863B-4E0877612F21}">
  <ds:schemaRefs/>
</ds:datastoreItem>
</file>

<file path=docMetadata/LabelInfo.xml><?xml version="1.0" encoding="utf-8"?>
<clbl:labelList xmlns:clbl="http://schemas.microsoft.com/office/2020/mipLabelMetadata">
  <clbl:label id="{a7262e59-1b56-4f5a-a412-6f07181f48ee}" enabled="0" method="" siteId="{a7262e59-1b56-4f5a-a412-6f07181f48ee}" removed="1"/>
</clbl:labelList>
</file>

<file path=docProps/app.xml><?xml version="1.0" encoding="utf-8"?>
<Properties xmlns="http://schemas.openxmlformats.org/officeDocument/2006/extended-properties" xmlns:vt="http://schemas.openxmlformats.org/officeDocument/2006/docPropsVTypes">
  <Template>uni_stgallen_master_01</Template>
  <TotalTime>15</TotalTime>
  <Words>1756</Words>
  <Application>Microsoft Macintosh PowerPoint</Application>
  <PresentationFormat>On-screen Show (16:9)</PresentationFormat>
  <Paragraphs>172</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Gill Alt One MT Light</vt:lpstr>
      <vt:lpstr>Gill Sans Nova</vt:lpstr>
      <vt:lpstr>Gill Sans Nova Light</vt:lpstr>
      <vt:lpstr>UNISG PPT</vt:lpstr>
      <vt:lpstr>CryptoFlow Event-Driven &amp; Process-Oriented Crypto Portfolio Platform</vt:lpstr>
      <vt:lpstr>What is CryptoFlow?</vt:lpstr>
      <vt:lpstr>Domain - Five Bounded Contexts</vt:lpstr>
      <vt:lpstr>Architecture Overview</vt:lpstr>
      <vt:lpstr>Event-Driven Communication (High Level)</vt:lpstr>
      <vt:lpstr>Kafka Experiments - Assignment 1 (Summary)</vt:lpstr>
      <vt:lpstr>Why Camunda 8 / Zeebe?</vt:lpstr>
      <vt:lpstr>Two Saga Patterns - Driven by Wait Semantics</vt:lpstr>
      <vt:lpstr>Onboarding Process - Parallel Saga</vt:lpstr>
      <vt:lpstr>Onboarding - Compensation &amp; Flag-Driven Completion</vt:lpstr>
      <vt:lpstr>Dedicated Onboarding Service (ADR-0010)</vt:lpstr>
      <vt:lpstr>Place Order Process - Fairy Tale Saga</vt:lpstr>
      <vt:lpstr>Reliability Patterns in the Trading Flow</vt:lpstr>
      <vt:lpstr>Replicated Read-Model for Autonomous Validation</vt:lpstr>
      <vt:lpstr>Challenges &amp; Lessons Learned</vt:lpstr>
      <vt:lpstr>Live Demo</vt:lpstr>
      <vt:lpstr>Summary &amp; Key Takeaways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 University of St.Gallen</dc:title>
  <dc:creator>Ioannis Theodosiadis</dc:creator>
  <cp:lastModifiedBy>Gabriele, Cyril</cp:lastModifiedBy>
  <cp:revision>4</cp:revision>
  <dcterms:created xsi:type="dcterms:W3CDTF">2026-04-10T12:12:42Z</dcterms:created>
  <dcterms:modified xsi:type="dcterms:W3CDTF">2026-04-12T10:22:16Z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0x01010034C2EED3AEDAB24AB48AF05A7A255DF4</vt:lpwstr>
  </property>
  <property fmtid="{D5CDD505-2E9C-101B-9397-08002B2CF9AE}" pid="3" name="MediaServiceImageTags">
    <vt:lpwstr/>
  </property>
  <property fmtid="{D5CDD505-2E9C-101B-9397-08002B2CF9AE}" pid="4" name="TemplafyTimeStamp">
    <vt:lpwstr>2024-03-11T15:36:41</vt:lpwstr>
  </property>
  <property fmtid="{D5CDD505-2E9C-101B-9397-08002B2CF9AE}" pid="5" name="TemplafyTenantId">
    <vt:lpwstr>unisg</vt:lpwstr>
  </property>
  <property fmtid="{D5CDD505-2E9C-101B-9397-08002B2CF9AE}" pid="6" name="TemplafyTemplateId">
    <vt:lpwstr>637700762909751978</vt:lpwstr>
  </property>
  <property fmtid="{D5CDD505-2E9C-101B-9397-08002B2CF9AE}" pid="7" name="TemplafyUserProfileId">
    <vt:lpwstr>1429054011544437258</vt:lpwstr>
  </property>
  <property fmtid="{D5CDD505-2E9C-101B-9397-08002B2CF9AE}" pid="8" name="TemplafyLanguageCode">
    <vt:lpwstr>en-GB</vt:lpwstr>
  </property>
  <property fmtid="{D5CDD505-2E9C-101B-9397-08002B2CF9AE}" pid="9" name="TemplafyFromBlank">
    <vt:bool>false</vt:bool>
  </property>
</Properties>
</file>